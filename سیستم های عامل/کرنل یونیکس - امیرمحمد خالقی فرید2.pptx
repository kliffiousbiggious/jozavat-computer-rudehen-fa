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4" r:id="rId1"/>
    <p:sldMasterId id="2147484056" r:id="rId2"/>
  </p:sldMasterIdLst>
  <p:sldIdLst>
    <p:sldId id="256"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بنام خدا" id="{A98691F0-F019-4EA9-B445-8715C2FCF009}">
          <p14:sldIdLst>
            <p14:sldId id="256"/>
          </p14:sldIdLst>
        </p14:section>
        <p14:section name="مقدمه ای کلی برای کرنل" id="{E9AAFAB2-D9A8-4211-A850-F1F79D273B4A}">
          <p14:sldIdLst>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20" autoAdjust="0"/>
  </p:normalViewPr>
  <p:slideViewPr>
    <p:cSldViewPr snapToGrid="0">
      <p:cViewPr varScale="1">
        <p:scale>
          <a:sx n="108" d="100"/>
          <a:sy n="108" d="100"/>
        </p:scale>
        <p:origin x="714" y="1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a:xfrm>
            <a:off x="2692397" y="5037663"/>
            <a:ext cx="5214635" cy="279400"/>
          </a:xfrm>
        </p:spPr>
        <p:txBody>
          <a:bodyPr/>
          <a:lstStyle/>
          <a:p>
            <a:endParaRPr lang="fa-IR"/>
          </a:p>
        </p:txBody>
      </p:sp>
      <p:sp>
        <p:nvSpPr>
          <p:cNvPr id="6" name="Slide Number Placeholder 5"/>
          <p:cNvSpPr>
            <a:spLocks noGrp="1"/>
          </p:cNvSpPr>
          <p:nvPr>
            <p:ph type="sldNum" sz="quarter" idx="12"/>
          </p:nvPr>
        </p:nvSpPr>
        <p:spPr>
          <a:xfrm>
            <a:off x="8956900" y="5037663"/>
            <a:ext cx="551167" cy="279400"/>
          </a:xfrm>
        </p:spPr>
        <p:txBody>
          <a:bodyPr/>
          <a:lstStyle/>
          <a:p>
            <a:fld id="{039DD8F7-1045-4C9A-83A9-2028B294ECEC}" type="slidenum">
              <a:rPr lang="fa-IR" smtClean="0"/>
              <a:t>‹#›</a:t>
            </a:fld>
            <a:endParaRPr lang="fa-IR"/>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3193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739973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7837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5EACA5-0791-4D01-99E6-8B97AE05314F}" type="datetimeFigureOut">
              <a:rPr lang="fa-IR" smtClean="0"/>
              <a:t>20/10/1442</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039DD8F7-1045-4C9A-83A9-2028B294ECEC}" type="slidenum">
              <a:rPr lang="fa-IR" smtClean="0"/>
              <a:t>‹#›</a:t>
            </a:fld>
            <a:endParaRPr lang="fa-IR"/>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06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5EACA5-0791-4D01-99E6-8B97AE05314F}" type="datetimeFigureOut">
              <a:rPr lang="fa-IR" smtClean="0"/>
              <a:t>20/10/1442</a:t>
            </a:fld>
            <a:endParaRPr lang="fa-IR"/>
          </a:p>
        </p:txBody>
      </p:sp>
      <p:sp>
        <p:nvSpPr>
          <p:cNvPr id="8" name="Footer Placeholder 7"/>
          <p:cNvSpPr>
            <a:spLocks noGrp="1"/>
          </p:cNvSpPr>
          <p:nvPr>
            <p:ph type="ftr" sz="quarter" idx="11"/>
          </p:nvPr>
        </p:nvSpPr>
        <p:spPr/>
        <p:txBody>
          <a:bodyPr/>
          <a:lstStyle/>
          <a:p>
            <a:endParaRPr lang="fa-IR"/>
          </a:p>
        </p:txBody>
      </p:sp>
      <p:sp>
        <p:nvSpPr>
          <p:cNvPr id="9" name="Slide Number Placeholder 8"/>
          <p:cNvSpPr>
            <a:spLocks noGrp="1"/>
          </p:cNvSpPr>
          <p:nvPr>
            <p:ph type="sldNum" sz="quarter" idx="12"/>
          </p:nvPr>
        </p:nvSpPr>
        <p:spPr/>
        <p:txBody>
          <a:bodyPr/>
          <a:lstStyle/>
          <a:p>
            <a:fld id="{039DD8F7-1045-4C9A-83A9-2028B294ECEC}" type="slidenum">
              <a:rPr lang="fa-IR" smtClean="0"/>
              <a:t>‹#›</a:t>
            </a:fld>
            <a:endParaRPr lang="fa-IR"/>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6845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5EACA5-0791-4D01-99E6-8B97AE05314F}" type="datetimeFigureOut">
              <a:rPr lang="fa-IR" smtClean="0"/>
              <a:t>20/10/1442</a:t>
            </a:fld>
            <a:endParaRPr lang="fa-IR"/>
          </a:p>
        </p:txBody>
      </p:sp>
      <p:sp>
        <p:nvSpPr>
          <p:cNvPr id="4" name="Footer Placeholder 3"/>
          <p:cNvSpPr>
            <a:spLocks noGrp="1"/>
          </p:cNvSpPr>
          <p:nvPr>
            <p:ph type="ftr" sz="quarter" idx="11"/>
          </p:nvPr>
        </p:nvSpPr>
        <p:spPr/>
        <p:txBody>
          <a:bodyPr/>
          <a:lstStyle/>
          <a:p>
            <a:endParaRPr lang="fa-IR"/>
          </a:p>
        </p:txBody>
      </p:sp>
      <p:sp>
        <p:nvSpPr>
          <p:cNvPr id="5" name="Slide Number Placeholder 4"/>
          <p:cNvSpPr>
            <a:spLocks noGrp="1"/>
          </p:cNvSpPr>
          <p:nvPr>
            <p:ph type="sldNum" sz="quarter" idx="12"/>
          </p:nvPr>
        </p:nvSpPr>
        <p:spPr/>
        <p:txBody>
          <a:bodyPr/>
          <a:lstStyle/>
          <a:p>
            <a:fld id="{039DD8F7-1045-4C9A-83A9-2028B294ECEC}" type="slidenum">
              <a:rPr lang="fa-IR" smtClean="0"/>
              <a:t>‹#›</a:t>
            </a:fld>
            <a:endParaRPr lang="fa-I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6460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5EACA5-0791-4D01-99E6-8B97AE05314F}" type="datetimeFigureOut">
              <a:rPr lang="fa-IR" smtClean="0"/>
              <a:t>20/10/1442</a:t>
            </a:fld>
            <a:endParaRPr lang="fa-IR"/>
          </a:p>
        </p:txBody>
      </p:sp>
      <p:sp>
        <p:nvSpPr>
          <p:cNvPr id="3" name="Footer Placeholder 2"/>
          <p:cNvSpPr>
            <a:spLocks noGrp="1"/>
          </p:cNvSpPr>
          <p:nvPr>
            <p:ph type="ftr" sz="quarter" idx="11"/>
          </p:nvPr>
        </p:nvSpPr>
        <p:spPr/>
        <p:txBody>
          <a:bodyPr/>
          <a:lstStyle/>
          <a:p>
            <a:endParaRPr lang="fa-IR"/>
          </a:p>
        </p:txBody>
      </p:sp>
      <p:sp>
        <p:nvSpPr>
          <p:cNvPr id="4" name="Slide Number Placeholder 3"/>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1806509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5EACA5-0791-4D01-99E6-8B97AE05314F}" type="datetimeFigureOut">
              <a:rPr lang="fa-IR" smtClean="0"/>
              <a:t>20/10/1442</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039DD8F7-1045-4C9A-83A9-2028B294ECEC}" type="slidenum">
              <a:rPr lang="fa-IR" smtClean="0"/>
              <a:t>‹#›</a:t>
            </a:fld>
            <a:endParaRPr lang="fa-IR"/>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4149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5EACA5-0791-4D01-99E6-8B97AE05314F}" type="datetimeFigureOut">
              <a:rPr lang="fa-IR" smtClean="0"/>
              <a:t>20/10/1442</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1761496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5EACA5-0791-4D01-99E6-8B97AE05314F}" type="datetimeFigureOut">
              <a:rPr lang="fa-IR" smtClean="0"/>
              <a:t>20/10/1442</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169244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6617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0641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19989678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18442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67713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54299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03787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fa-I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39DD8F7-1045-4C9A-83A9-2028B294ECEC}" type="slidenum">
              <a:rPr lang="fa-IR" smtClean="0"/>
              <a:t>‹#›</a:t>
            </a:fld>
            <a:endParaRPr lang="fa-IR"/>
          </a:p>
        </p:txBody>
      </p:sp>
    </p:spTree>
    <p:extLst>
      <p:ext uri="{BB962C8B-B14F-4D97-AF65-F5344CB8AC3E}">
        <p14:creationId xmlns:p14="http://schemas.microsoft.com/office/powerpoint/2010/main" val="23063780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a:xfrm>
            <a:off x="10558300" y="5956137"/>
            <a:ext cx="1052508" cy="365125"/>
          </a:xfrm>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26880316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fa-I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39DD8F7-1045-4C9A-83A9-2028B294ECEC}" type="slidenum">
              <a:rPr lang="fa-IR" smtClean="0"/>
              <a:t>‹#›</a:t>
            </a:fld>
            <a:endParaRPr lang="fa-IR"/>
          </a:p>
        </p:txBody>
      </p:sp>
    </p:spTree>
    <p:extLst>
      <p:ext uri="{BB962C8B-B14F-4D97-AF65-F5344CB8AC3E}">
        <p14:creationId xmlns:p14="http://schemas.microsoft.com/office/powerpoint/2010/main" val="38109203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5EACA5-0791-4D01-99E6-8B97AE05314F}" type="datetimeFigureOut">
              <a:rPr lang="fa-IR" smtClean="0"/>
              <a:t>20/10/1442</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33031059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5EACA5-0791-4D01-99E6-8B97AE05314F}" type="datetimeFigureOut">
              <a:rPr lang="fa-IR" smtClean="0"/>
              <a:t>20/10/1442</a:t>
            </a:fld>
            <a:endParaRPr lang="fa-IR"/>
          </a:p>
        </p:txBody>
      </p:sp>
      <p:sp>
        <p:nvSpPr>
          <p:cNvPr id="8" name="Footer Placeholder 7"/>
          <p:cNvSpPr>
            <a:spLocks noGrp="1"/>
          </p:cNvSpPr>
          <p:nvPr>
            <p:ph type="ftr" sz="quarter" idx="11"/>
          </p:nvPr>
        </p:nvSpPr>
        <p:spPr/>
        <p:txBody>
          <a:bodyPr/>
          <a:lstStyle/>
          <a:p>
            <a:endParaRPr lang="fa-IR"/>
          </a:p>
        </p:txBody>
      </p:sp>
      <p:sp>
        <p:nvSpPr>
          <p:cNvPr id="9" name="Slide Number Placeholder 8"/>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32430796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5EACA5-0791-4D01-99E6-8B97AE05314F}" type="datetimeFigureOut">
              <a:rPr lang="fa-IR" smtClean="0"/>
              <a:t>20/10/1442</a:t>
            </a:fld>
            <a:endParaRPr lang="fa-IR"/>
          </a:p>
        </p:txBody>
      </p:sp>
      <p:sp>
        <p:nvSpPr>
          <p:cNvPr id="4" name="Footer Placeholder 3"/>
          <p:cNvSpPr>
            <a:spLocks noGrp="1"/>
          </p:cNvSpPr>
          <p:nvPr>
            <p:ph type="ftr" sz="quarter" idx="11"/>
          </p:nvPr>
        </p:nvSpPr>
        <p:spPr/>
        <p:txBody>
          <a:bodyPr/>
          <a:lstStyle/>
          <a:p>
            <a:endParaRPr lang="fa-IR"/>
          </a:p>
        </p:txBody>
      </p:sp>
      <p:sp>
        <p:nvSpPr>
          <p:cNvPr id="5" name="Slide Number Placeholder 4"/>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17196767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5EACA5-0791-4D01-99E6-8B97AE05314F}" type="datetimeFigureOut">
              <a:rPr lang="fa-IR" smtClean="0"/>
              <a:t>20/10/1442</a:t>
            </a:fld>
            <a:endParaRPr lang="fa-IR"/>
          </a:p>
        </p:txBody>
      </p:sp>
      <p:sp>
        <p:nvSpPr>
          <p:cNvPr id="3" name="Footer Placeholder 2"/>
          <p:cNvSpPr>
            <a:spLocks noGrp="1"/>
          </p:cNvSpPr>
          <p:nvPr>
            <p:ph type="ftr" sz="quarter" idx="11"/>
          </p:nvPr>
        </p:nvSpPr>
        <p:spPr/>
        <p:txBody>
          <a:bodyPr/>
          <a:lstStyle/>
          <a:p>
            <a:endParaRPr lang="fa-IR"/>
          </a:p>
        </p:txBody>
      </p:sp>
      <p:sp>
        <p:nvSpPr>
          <p:cNvPr id="4" name="Slide Number Placeholder 3"/>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25722516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365EACA5-0791-4D01-99E6-8B97AE05314F}" type="datetimeFigureOut">
              <a:rPr lang="fa-IR" smtClean="0"/>
              <a:t>20/10/1442</a:t>
            </a:fld>
            <a:endParaRPr lang="fa-I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fa-I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39DD8F7-1045-4C9A-83A9-2028B294ECEC}" type="slidenum">
              <a:rPr lang="fa-IR" smtClean="0"/>
              <a:t>‹#›</a:t>
            </a:fld>
            <a:endParaRPr lang="fa-IR"/>
          </a:p>
        </p:txBody>
      </p:sp>
    </p:spTree>
    <p:extLst>
      <p:ext uri="{BB962C8B-B14F-4D97-AF65-F5344CB8AC3E}">
        <p14:creationId xmlns:p14="http://schemas.microsoft.com/office/powerpoint/2010/main" val="6387910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5EACA5-0791-4D01-99E6-8B97AE05314F}" type="datetimeFigureOut">
              <a:rPr lang="fa-IR" smtClean="0"/>
              <a:t>20/10/1442</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28902566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25560828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a:xfrm>
            <a:off x="774923" y="5951811"/>
            <a:ext cx="7896279" cy="365125"/>
          </a:xfrm>
        </p:spPr>
        <p:txBody>
          <a:bodyPr/>
          <a:lstStyle/>
          <a:p>
            <a:endParaRPr lang="fa-I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39DD8F7-1045-4C9A-83A9-2028B294ECEC}" type="slidenum">
              <a:rPr lang="fa-IR" smtClean="0"/>
              <a:t>‹#›</a:t>
            </a:fld>
            <a:endParaRPr lang="fa-IR"/>
          </a:p>
        </p:txBody>
      </p:sp>
    </p:spTree>
    <p:extLst>
      <p:ext uri="{BB962C8B-B14F-4D97-AF65-F5344CB8AC3E}">
        <p14:creationId xmlns:p14="http://schemas.microsoft.com/office/powerpoint/2010/main" val="2583929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65EACA5-0791-4D01-99E6-8B97AE05314F}" type="datetimeFigureOut">
              <a:rPr lang="fa-IR" smtClean="0"/>
              <a:t>20/10/1442</a:t>
            </a:fld>
            <a:endParaRPr lang="fa-IR"/>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fa-I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39DD8F7-1045-4C9A-83A9-2028B294ECEC}" type="slidenum">
              <a:rPr lang="fa-IR" smtClean="0"/>
              <a:t>‹#›</a:t>
            </a:fld>
            <a:endParaRPr lang="fa-IR"/>
          </a:p>
        </p:txBody>
      </p:sp>
    </p:spTree>
    <p:extLst>
      <p:ext uri="{BB962C8B-B14F-4D97-AF65-F5344CB8AC3E}">
        <p14:creationId xmlns:p14="http://schemas.microsoft.com/office/powerpoint/2010/main" val="2265026444"/>
      </p:ext>
    </p:extLst>
  </p:cSld>
  <p:clrMap bg1="lt1" tx1="dk1" bg2="lt2" tx2="dk2" accent1="accent1" accent2="accent2" accent3="accent3" accent4="accent4" accent5="accent5" accent6="accent6" hlink="hlink" folHlink="folHlink"/>
  <p:sldLayoutIdLst>
    <p:sldLayoutId id="2147483955" r:id="rId1"/>
    <p:sldLayoutId id="2147483956" r:id="rId2"/>
    <p:sldLayoutId id="2147483957" r:id="rId3"/>
    <p:sldLayoutId id="2147483958" r:id="rId4"/>
    <p:sldLayoutId id="2147483959" r:id="rId5"/>
    <p:sldLayoutId id="2147483960" r:id="rId6"/>
    <p:sldLayoutId id="2147483961" r:id="rId7"/>
    <p:sldLayoutId id="2147483962" r:id="rId8"/>
    <p:sldLayoutId id="2147483963" r:id="rId9"/>
    <p:sldLayoutId id="2147483964" r:id="rId10"/>
    <p:sldLayoutId id="2147483965" r:id="rId11"/>
    <p:sldLayoutId id="2147483966" r:id="rId12"/>
    <p:sldLayoutId id="2147483967" r:id="rId13"/>
    <p:sldLayoutId id="2147483968" r:id="rId14"/>
    <p:sldLayoutId id="2147483969" r:id="rId15"/>
    <p:sldLayoutId id="2147483970" r:id="rId16"/>
    <p:sldLayoutId id="2147483971" r:id="rId17"/>
  </p:sldLayoutIdLst>
  <p:txStyles>
    <p:titleStyle>
      <a:lvl1pPr algn="ctr" defTabSz="457200" rtl="1"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85750" indent="-285750" algn="r" defTabSz="457200" rtl="1"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r" defTabSz="457200" rtl="1"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r" defTabSz="457200" rtl="1"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r" defTabSz="457200" rtl="1"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365EACA5-0791-4D01-99E6-8B97AE05314F}" type="datetimeFigureOut">
              <a:rPr lang="fa-IR" smtClean="0"/>
              <a:t>20/10/1442</a:t>
            </a:fld>
            <a:endParaRPr lang="fa-I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fa-I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39DD8F7-1045-4C9A-83A9-2028B294ECEC}" type="slidenum">
              <a:rPr lang="fa-IR" smtClean="0"/>
              <a:t>‹#›</a:t>
            </a:fld>
            <a:endParaRPr lang="fa-I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90870979"/>
      </p:ext>
    </p:extLst>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xStyles>
    <p:titleStyle>
      <a:lvl1pPr algn="l" defTabSz="457200" rtl="1" eaLnBrk="1" latinLnBrk="0" hangingPunct="1">
        <a:spcBef>
          <a:spcPct val="0"/>
        </a:spcBef>
        <a:buNone/>
        <a:defRPr sz="2800" b="0" kern="1200" cap="all">
          <a:solidFill>
            <a:schemeClr val="bg1"/>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06000" indent="-306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2323750" y="1677798"/>
            <a:ext cx="7550092" cy="1862356"/>
          </a:xfrm>
        </p:spPr>
        <p:txBody>
          <a:bodyPr anchor="ctr"/>
          <a:lstStyle/>
          <a:p>
            <a:r>
              <a:rPr lang="fa-IR" b="1" dirty="0"/>
              <a:t>بنام خدا</a:t>
            </a:r>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2320954" y="3540154"/>
            <a:ext cx="7550092" cy="1711354"/>
          </a:xfrm>
        </p:spPr>
        <p:txBody>
          <a:bodyPr>
            <a:normAutofit/>
          </a:bodyPr>
          <a:lstStyle/>
          <a:p>
            <a:pPr algn="r"/>
            <a:r>
              <a:rPr lang="fa-IR" b="1" dirty="0"/>
              <a:t>                               موضوع تحقیق و ارائه: کرنل یونیکس</a:t>
            </a:r>
          </a:p>
          <a:p>
            <a:pPr algn="r"/>
            <a:r>
              <a:rPr lang="fa-IR" b="1" dirty="0"/>
              <a:t>درس: سیستم های عامل                                              استاد: میر شهریار امامی </a:t>
            </a:r>
            <a:br>
              <a:rPr lang="fa-IR" b="1" dirty="0"/>
            </a:br>
            <a:br>
              <a:rPr lang="fa-IR" b="1" dirty="0"/>
            </a:br>
            <a:r>
              <a:rPr lang="fa-IR" b="1" dirty="0"/>
              <a:t>                             کار انفرادی توسط امیرمحمد خالقی فرید</a:t>
            </a:r>
          </a:p>
        </p:txBody>
      </p:sp>
    </p:spTree>
    <p:extLst>
      <p:ext uri="{BB962C8B-B14F-4D97-AF65-F5344CB8AC3E}">
        <p14:creationId xmlns:p14="http://schemas.microsoft.com/office/powerpoint/2010/main" val="2562443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9"/>
            <a:ext cx="11283517" cy="1862356"/>
          </a:xfrm>
        </p:spPr>
        <p:txBody>
          <a:bodyPr anchor="ctr">
            <a:normAutofit/>
          </a:bodyPr>
          <a:lstStyle/>
          <a:p>
            <a:pPr algn="r"/>
            <a:r>
              <a:rPr lang="fa-IR" sz="5400" b="1" dirty="0"/>
              <a:t>دلیل اهمیت کرنل </a:t>
            </a:r>
            <a:r>
              <a:rPr lang="en-US" sz="5400" b="1" dirty="0"/>
              <a:t>Unix</a:t>
            </a:r>
            <a:r>
              <a:rPr lang="fa-IR" sz="5400" b="1" dirty="0"/>
              <a:t>:</a:t>
            </a:r>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464600" y="3078515"/>
            <a:ext cx="11283519" cy="3331163"/>
          </a:xfrm>
        </p:spPr>
        <p:txBody>
          <a:bodyPr>
            <a:normAutofit/>
          </a:bodyPr>
          <a:lstStyle/>
          <a:p>
            <a:pPr algn="r"/>
            <a:r>
              <a:rPr lang="fa-IR" sz="2800" b="1" dirty="0">
                <a:solidFill>
                  <a:schemeClr val="bg1"/>
                </a:solidFill>
                <a:latin typeface="Times New Roman" panose="02020603050405020304" pitchFamily="18" charset="0"/>
                <a:cs typeface="Times New Roman" panose="02020603050405020304" pitchFamily="18" charset="0"/>
              </a:rPr>
              <a:t>سیستم عامل یونیکس در ابتدا سیستم عامل نسبتا ساده ای بود اما تکامل آن در گذر سالها باعث شده است تا از یک سیستم عامل ساده به سیستم عاملی پیشرفته تبدیل شود.دلیل اصلی پتانسیل و ظرفیت بالای یونیکس برای توسعه یافتن و تکامل این است که کرنل یونیکس بخش ها و سرویس های گسترده و زیادی را مدیریت میکند که برخی از آنها عبارتند از:</a:t>
            </a:r>
            <a:r>
              <a:rPr lang="en-US" sz="2800" b="1" dirty="0">
                <a:solidFill>
                  <a:schemeClr val="bg1"/>
                </a:solidFill>
                <a:latin typeface="Times New Roman" panose="02020603050405020304" pitchFamily="18" charset="0"/>
                <a:cs typeface="Times New Roman" panose="02020603050405020304" pitchFamily="18" charset="0"/>
              </a:rPr>
              <a:t> </a:t>
            </a:r>
            <a:r>
              <a:rPr lang="fa-IR" sz="2800" b="1" dirty="0">
                <a:solidFill>
                  <a:schemeClr val="bg1"/>
                </a:solidFill>
                <a:latin typeface="Times New Roman" panose="02020603050405020304" pitchFamily="18" charset="0"/>
                <a:cs typeface="Times New Roman" panose="02020603050405020304" pitchFamily="18" charset="0"/>
              </a:rPr>
              <a:t>سیستم های فایل شبکه ای </a:t>
            </a:r>
            <a:r>
              <a:rPr lang="en-US" sz="2800" b="1" dirty="0">
                <a:solidFill>
                  <a:schemeClr val="bg1"/>
                </a:solidFill>
                <a:latin typeface="Times New Roman" panose="02020603050405020304" pitchFamily="18" charset="0"/>
                <a:cs typeface="Times New Roman" panose="02020603050405020304" pitchFamily="18" charset="0"/>
              </a:rPr>
              <a:t>(</a:t>
            </a:r>
            <a:r>
              <a:rPr lang="en-US" sz="2800" b="1" cap="none" dirty="0">
                <a:solidFill>
                  <a:schemeClr val="bg1"/>
                </a:solidFill>
                <a:latin typeface="Times New Roman" panose="02020603050405020304" pitchFamily="18" charset="0"/>
                <a:cs typeface="Times New Roman" panose="02020603050405020304" pitchFamily="18" charset="0"/>
              </a:rPr>
              <a:t>Network File Systems or NFSs)</a:t>
            </a:r>
            <a:r>
              <a:rPr lang="fa-IR" sz="2800" b="1" cap="none" dirty="0">
                <a:solidFill>
                  <a:schemeClr val="bg1"/>
                </a:solidFill>
                <a:latin typeface="Times New Roman" panose="02020603050405020304" pitchFamily="18" charset="0"/>
                <a:cs typeface="Times New Roman" panose="02020603050405020304" pitchFamily="18" charset="0"/>
              </a:rPr>
              <a:t>، خروجی و ورودی (</a:t>
            </a:r>
            <a:r>
              <a:rPr lang="en-US" sz="2800" b="1" cap="none" dirty="0">
                <a:solidFill>
                  <a:schemeClr val="bg1"/>
                </a:solidFill>
                <a:latin typeface="Times New Roman" panose="02020603050405020304" pitchFamily="18" charset="0"/>
                <a:cs typeface="Times New Roman" panose="02020603050405020304" pitchFamily="18" charset="0"/>
              </a:rPr>
              <a:t>(Input/output</a:t>
            </a:r>
            <a:r>
              <a:rPr lang="fa-IR" sz="2800" b="1" cap="none" dirty="0">
                <a:solidFill>
                  <a:schemeClr val="bg1"/>
                </a:solidFill>
                <a:latin typeface="Times New Roman" panose="02020603050405020304" pitchFamily="18" charset="0"/>
                <a:cs typeface="Times New Roman" panose="02020603050405020304" pitchFamily="18" charset="0"/>
              </a:rPr>
              <a:t>، سوکت ها </a:t>
            </a:r>
            <a:r>
              <a:rPr lang="en-US" sz="2800" b="1" cap="none" dirty="0">
                <a:solidFill>
                  <a:schemeClr val="bg1"/>
                </a:solidFill>
                <a:latin typeface="Times New Roman" panose="02020603050405020304" pitchFamily="18" charset="0"/>
                <a:cs typeface="Times New Roman" panose="02020603050405020304" pitchFamily="18" charset="0"/>
              </a:rPr>
              <a:t>(Sockets)</a:t>
            </a:r>
            <a:r>
              <a:rPr lang="fa-IR" sz="2800" b="1" cap="none" dirty="0">
                <a:solidFill>
                  <a:schemeClr val="bg1"/>
                </a:solidFill>
                <a:latin typeface="Times New Roman" panose="02020603050405020304" pitchFamily="18" charset="0"/>
                <a:cs typeface="Times New Roman" panose="02020603050405020304" pitchFamily="18" charset="0"/>
              </a:rPr>
              <a:t> و مدیریت فرایند ها و حافظه </a:t>
            </a:r>
            <a:r>
              <a:rPr lang="en-US" sz="2800" b="1" cap="none" dirty="0">
                <a:solidFill>
                  <a:schemeClr val="bg1"/>
                </a:solidFill>
                <a:latin typeface="Times New Roman" panose="02020603050405020304" pitchFamily="18" charset="0"/>
                <a:cs typeface="Times New Roman" panose="02020603050405020304" pitchFamily="18" charset="0"/>
              </a:rPr>
              <a:t>Process and Memory Management)</a:t>
            </a:r>
            <a:r>
              <a:rPr lang="fa-IR" sz="2800" b="1" cap="none" dirty="0">
                <a:solidFill>
                  <a:schemeClr val="bg1"/>
                </a:solidFill>
                <a:latin typeface="Times New Roman" panose="02020603050405020304" pitchFamily="18" charset="0"/>
                <a:cs typeface="Times New Roman" panose="02020603050405020304" pitchFamily="18" charset="0"/>
              </a:rPr>
              <a:t>).</a:t>
            </a:r>
            <a:endParaRPr lang="fa-IR"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9357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9"/>
            <a:ext cx="11283517" cy="1862356"/>
          </a:xfrm>
        </p:spPr>
        <p:txBody>
          <a:bodyPr anchor="ctr">
            <a:normAutofit/>
          </a:bodyPr>
          <a:lstStyle/>
          <a:p>
            <a:pPr algn="r"/>
            <a:r>
              <a:rPr lang="fa-IR" sz="5400" b="1" dirty="0"/>
              <a:t>در بطن </a:t>
            </a:r>
            <a:r>
              <a:rPr lang="en-US" sz="5400" b="1" dirty="0"/>
              <a:t>:Unix</a:t>
            </a:r>
            <a:endParaRPr lang="fa-IR" sz="5400" b="1" dirty="0"/>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464600" y="3078515"/>
            <a:ext cx="11283519" cy="3331163"/>
          </a:xfrm>
        </p:spPr>
        <p:txBody>
          <a:bodyPr>
            <a:normAutofit/>
          </a:bodyPr>
          <a:lstStyle/>
          <a:p>
            <a:pPr algn="r"/>
            <a:endParaRPr lang="fa-IR"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140044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ppt/theme/theme2.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TM02900743[[fn=Organic]]</Template>
  <TotalTime>1260</TotalTime>
  <Words>145</Words>
  <Application>Microsoft Office PowerPoint</Application>
  <PresentationFormat>Widescreen</PresentationFormat>
  <Paragraphs>6</Paragraphs>
  <Slides>3</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vt:i4>
      </vt:variant>
    </vt:vector>
  </HeadingPairs>
  <TitlesOfParts>
    <vt:vector size="10" baseType="lpstr">
      <vt:lpstr>Arial</vt:lpstr>
      <vt:lpstr>Garamond</vt:lpstr>
      <vt:lpstr>Gill Sans MT</vt:lpstr>
      <vt:lpstr>Times New Roman</vt:lpstr>
      <vt:lpstr>Wingdings 2</vt:lpstr>
      <vt:lpstr>Organic</vt:lpstr>
      <vt:lpstr>Dividend</vt:lpstr>
      <vt:lpstr>بنام خدا</vt:lpstr>
      <vt:lpstr>دلیل اهمیت کرنل Unix:</vt:lpstr>
      <vt:lpstr>در بطن :Unix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بنام خدا</dc:title>
  <dc:creator>Nexusboy</dc:creator>
  <cp:lastModifiedBy>Nexusboy</cp:lastModifiedBy>
  <cp:revision>12</cp:revision>
  <dcterms:created xsi:type="dcterms:W3CDTF">2021-05-29T08:16:28Z</dcterms:created>
  <dcterms:modified xsi:type="dcterms:W3CDTF">2021-05-31T11:37:55Z</dcterms:modified>
</cp:coreProperties>
</file>