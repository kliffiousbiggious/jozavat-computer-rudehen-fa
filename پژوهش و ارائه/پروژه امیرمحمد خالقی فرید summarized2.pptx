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96" r:id="rId1"/>
  </p:sldMasterIdLst>
  <p:notesMasterIdLst>
    <p:notesMasterId r:id="rId14"/>
  </p:notesMasterIdLst>
  <p:sldIdLst>
    <p:sldId id="257" r:id="rId2"/>
    <p:sldId id="258" r:id="rId3"/>
    <p:sldId id="259" r:id="rId4"/>
    <p:sldId id="267" r:id="rId5"/>
    <p:sldId id="261" r:id="rId6"/>
    <p:sldId id="268" r:id="rId7"/>
    <p:sldId id="271" r:id="rId8"/>
    <p:sldId id="264" r:id="rId9"/>
    <p:sldId id="265" r:id="rId10"/>
    <p:sldId id="269" r:id="rId11"/>
    <p:sldId id="270" r:id="rId12"/>
    <p:sldId id="27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بنام خدا" id="{BDE90D30-E827-4A5C-A40A-49A7554B5428}">
          <p14:sldIdLst>
            <p14:sldId id="257"/>
          </p14:sldIdLst>
        </p14:section>
        <p14:section name="مقدمه" id="{4B7A8689-F840-4A13-9AC9-FC960CB712CE}">
          <p14:sldIdLst>
            <p14:sldId id="258"/>
          </p14:sldIdLst>
        </p14:section>
        <p14:section name="دلایل برتری نسبت به بسیاری از ادیتور های دیگر" id="{55202A2F-A28F-49D2-8528-3BB03ED3E6CA}">
          <p14:sldIdLst>
            <p14:sldId id="259"/>
          </p14:sldIdLst>
        </p14:section>
        <p14:section name="محیط کاربری ساده" id="{C99C5D3E-7E56-4515-B1A0-669B7A4CBA6D}">
          <p14:sldIdLst>
            <p14:sldId id="267"/>
            <p14:sldId id="261"/>
          </p14:sldIdLst>
        </p14:section>
        <p14:section name="بهینه بودن محیط نرم افزار" id="{4DEAA588-5ACD-4A59-BAB2-AF7CF98FD79C}">
          <p14:sldIdLst>
            <p14:sldId id="268"/>
            <p14:sldId id="271"/>
          </p14:sldIdLst>
        </p14:section>
        <p14:section name="کاربردی ترین قابلیت های نرم افزار" id="{9147424A-7D13-4A45-AE88-962410BD9013}">
          <p14:sldIdLst>
            <p14:sldId id="264"/>
            <p14:sldId id="265"/>
            <p14:sldId id="269"/>
            <p14:sldId id="270"/>
            <p14:sldId id="272"/>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Nexusboy" initials="N" lastIdx="2" clrIdx="0">
    <p:extLst>
      <p:ext uri="{19B8F6BF-5375-455C-9EA6-DF929625EA0E}">
        <p15:presenceInfo xmlns:p15="http://schemas.microsoft.com/office/powerpoint/2012/main" userId="Nexusboy"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6374" autoAdjust="0"/>
  </p:normalViewPr>
  <p:slideViewPr>
    <p:cSldViewPr snapToGrid="0">
      <p:cViewPr varScale="1">
        <p:scale>
          <a:sx n="106" d="100"/>
          <a:sy n="106" d="100"/>
        </p:scale>
        <p:origin x="792" y="114"/>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fa-I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73BC6918-F6D4-4031-A85A-578D55FC3829}" type="datetimeFigureOut">
              <a:rPr lang="fa-IR" smtClean="0"/>
              <a:t>09/10/1442</a:t>
            </a:fld>
            <a:endParaRPr lang="fa-I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a-I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a-I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fa-I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53E3262F-3CED-47FE-8F39-5A8826306F57}" type="slidenum">
              <a:rPr lang="fa-IR" smtClean="0"/>
              <a:t>‹#›</a:t>
            </a:fld>
            <a:endParaRPr lang="fa-IR"/>
          </a:p>
        </p:txBody>
      </p:sp>
    </p:spTree>
    <p:extLst>
      <p:ext uri="{BB962C8B-B14F-4D97-AF65-F5344CB8AC3E}">
        <p14:creationId xmlns:p14="http://schemas.microsoft.com/office/powerpoint/2010/main" val="3275447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a-IR" dirty="0"/>
          </a:p>
        </p:txBody>
      </p:sp>
      <p:sp>
        <p:nvSpPr>
          <p:cNvPr id="4" name="Slide Number Placeholder 3"/>
          <p:cNvSpPr>
            <a:spLocks noGrp="1"/>
          </p:cNvSpPr>
          <p:nvPr>
            <p:ph type="sldNum" sz="quarter" idx="5"/>
          </p:nvPr>
        </p:nvSpPr>
        <p:spPr/>
        <p:txBody>
          <a:bodyPr/>
          <a:lstStyle/>
          <a:p>
            <a:fld id="{53E3262F-3CED-47FE-8F39-5A8826306F57}" type="slidenum">
              <a:rPr lang="fa-IR" smtClean="0"/>
              <a:t>9</a:t>
            </a:fld>
            <a:endParaRPr lang="fa-IR"/>
          </a:p>
        </p:txBody>
      </p:sp>
    </p:spTree>
    <p:extLst>
      <p:ext uri="{BB962C8B-B14F-4D97-AF65-F5344CB8AC3E}">
        <p14:creationId xmlns:p14="http://schemas.microsoft.com/office/powerpoint/2010/main" val="23607956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2"/>
            <a:ext cx="8825659"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9" cy="861420"/>
          </a:xfrm>
        </p:spPr>
        <p:txBody>
          <a:bodyPr anchor="t"/>
          <a:lstStyle>
            <a:lvl1pPr marL="0" indent="0" algn="l">
              <a:buNone/>
              <a:defRPr cap="all">
                <a:solidFill>
                  <a:schemeClr val="bg2">
                    <a:lumMod val="40000"/>
                    <a:lumOff val="60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4F5ED77-B048-4CC0-A9DE-76C32324244C}" type="datetimeFigureOut">
              <a:rPr lang="fa-IR" smtClean="0"/>
              <a:t>09/10/1442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620226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74F5ED77-B048-4CC0-A9DE-76C32324244C}" type="datetimeFigureOut">
              <a:rPr lang="fa-IR" smtClean="0"/>
              <a:t>09/10/1442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40495953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7" y="2861735"/>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9" cy="860400"/>
          </a:xfrm>
        </p:spPr>
        <p:txBody>
          <a:bodyPr anchor="t"/>
          <a:lstStyle>
            <a:lvl1pPr marL="0" indent="0" algn="l">
              <a:buNone/>
              <a:defRPr sz="2000" cap="all">
                <a:solidFill>
                  <a:schemeClr val="bg2">
                    <a:lumMod val="40000"/>
                    <a:lumOff val="6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F5ED77-B048-4CC0-A9DE-76C32324244C}" type="datetimeFigureOut">
              <a:rPr lang="fa-IR" smtClean="0"/>
              <a:t>09/10/1442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3383961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3" y="2060577"/>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4" y="2056093"/>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4F5ED77-B048-4CC0-A9DE-76C32324244C}" type="datetimeFigureOut">
              <a:rPr lang="fa-IR" smtClean="0"/>
              <a:t>09/10/1442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978645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9" cy="576262"/>
          </a:xfrm>
        </p:spPr>
        <p:txBody>
          <a:bodyPr anchor="b">
            <a:noAutofit/>
          </a:bodyPr>
          <a:lstStyle>
            <a:lvl1pPr marL="0" indent="0">
              <a:buNone/>
              <a:defRPr sz="2400" b="0">
                <a:solidFill>
                  <a:schemeClr val="bg2">
                    <a:lumMod val="40000"/>
                    <a:lumOff val="6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3"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6" y="1905000"/>
            <a:ext cx="4396339" cy="576262"/>
          </a:xfrm>
        </p:spPr>
        <p:txBody>
          <a:bodyPr anchor="b">
            <a:noAutofit/>
          </a:bodyPr>
          <a:lstStyle>
            <a:lvl1pPr marL="0" indent="0">
              <a:buNone/>
              <a:defRPr sz="2400" b="0">
                <a:solidFill>
                  <a:schemeClr val="bg2">
                    <a:lumMod val="40000"/>
                    <a:lumOff val="6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6"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4F5ED77-B048-4CC0-A9DE-76C32324244C}" type="datetimeFigureOut">
              <a:rPr lang="fa-IR" smtClean="0"/>
              <a:t>09/10/1442</a:t>
            </a:fld>
            <a:endParaRPr lang="fa-IR"/>
          </a:p>
        </p:txBody>
      </p:sp>
      <p:sp>
        <p:nvSpPr>
          <p:cNvPr id="8" name="Footer Placeholder 7"/>
          <p:cNvSpPr>
            <a:spLocks noGrp="1"/>
          </p:cNvSpPr>
          <p:nvPr>
            <p:ph type="ftr" sz="quarter" idx="11"/>
          </p:nvPr>
        </p:nvSpPr>
        <p:spPr/>
        <p:txBody>
          <a:bodyPr/>
          <a:lstStyle/>
          <a:p>
            <a:endParaRPr lang="fa-IR"/>
          </a:p>
        </p:txBody>
      </p:sp>
      <p:sp>
        <p:nvSpPr>
          <p:cNvPr id="9" name="Slide Number Placeholder 8"/>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32314092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74F5ED77-B048-4CC0-A9DE-76C32324244C}" type="datetimeFigureOut">
              <a:rPr lang="fa-IR" smtClean="0"/>
              <a:t>09/10/1442</a:t>
            </a:fld>
            <a:endParaRPr lang="fa-IR"/>
          </a:p>
        </p:txBody>
      </p:sp>
      <p:sp>
        <p:nvSpPr>
          <p:cNvPr id="5" name="Footer Placeholder 3"/>
          <p:cNvSpPr>
            <a:spLocks noGrp="1"/>
          </p:cNvSpPr>
          <p:nvPr>
            <p:ph type="ftr" sz="quarter" idx="11"/>
          </p:nvPr>
        </p:nvSpPr>
        <p:spPr/>
        <p:txBody>
          <a:bodyPr/>
          <a:lstStyle/>
          <a:p>
            <a:endParaRPr lang="fa-IR"/>
          </a:p>
        </p:txBody>
      </p:sp>
      <p:sp>
        <p:nvSpPr>
          <p:cNvPr id="6" name="Slide Number Placeholder 4"/>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1758172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74F5ED77-B048-4CC0-A9DE-76C32324244C}" type="datetimeFigureOut">
              <a:rPr lang="fa-IR" smtClean="0"/>
              <a:t>09/10/1442</a:t>
            </a:fld>
            <a:endParaRPr lang="fa-IR"/>
          </a:p>
        </p:txBody>
      </p:sp>
      <p:sp>
        <p:nvSpPr>
          <p:cNvPr id="5" name="Footer Placeholder 2"/>
          <p:cNvSpPr>
            <a:spLocks noGrp="1"/>
          </p:cNvSpPr>
          <p:nvPr>
            <p:ph type="ftr" sz="quarter" idx="11"/>
          </p:nvPr>
        </p:nvSpPr>
        <p:spPr/>
        <p:txBody>
          <a:bodyPr/>
          <a:lstStyle/>
          <a:p>
            <a:endParaRPr lang="fa-IR"/>
          </a:p>
        </p:txBody>
      </p:sp>
      <p:sp>
        <p:nvSpPr>
          <p:cNvPr id="6" name="Slide Number Placeholder 3"/>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17464818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4" y="3129282"/>
            <a:ext cx="3401063" cy="2895599"/>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74F5ED77-B048-4CC0-A9DE-76C32324244C}" type="datetimeFigureOut">
              <a:rPr lang="fa-IR" smtClean="0"/>
              <a:t>09/10/1442</a:t>
            </a:fld>
            <a:endParaRPr lang="fa-IR"/>
          </a:p>
        </p:txBody>
      </p:sp>
      <p:sp>
        <p:nvSpPr>
          <p:cNvPr id="5" name="Footer Placeholder 5"/>
          <p:cNvSpPr>
            <a:spLocks noGrp="1"/>
          </p:cNvSpPr>
          <p:nvPr>
            <p:ph type="ftr" sz="quarter" idx="11"/>
          </p:nvPr>
        </p:nvSpPr>
        <p:spPr/>
        <p:txBody>
          <a:bodyPr/>
          <a:lstStyle/>
          <a:p>
            <a:endParaRPr lang="fa-IR"/>
          </a:p>
        </p:txBody>
      </p:sp>
      <p:sp>
        <p:nvSpPr>
          <p:cNvPr id="6" name="Slide Number Placeholder 6"/>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20961886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7"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7"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dirty="0"/>
              <a:t>Click icon to add picture</a:t>
            </a:r>
          </a:p>
        </p:txBody>
      </p:sp>
      <p:sp>
        <p:nvSpPr>
          <p:cNvPr id="4" name="Text Placeholder 3"/>
          <p:cNvSpPr>
            <a:spLocks noGrp="1"/>
          </p:cNvSpPr>
          <p:nvPr>
            <p:ph type="body" sz="half" idx="2"/>
          </p:nvPr>
        </p:nvSpPr>
        <p:spPr>
          <a:xfrm>
            <a:off x="1154955" y="3657600"/>
            <a:ext cx="5084979" cy="1371600"/>
          </a:xfrm>
        </p:spPr>
        <p:txBody>
          <a:bodyPr>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F5ED77-B048-4CC0-A9DE-76C32324244C}" type="datetimeFigureOut">
              <a:rPr lang="fa-IR" smtClean="0"/>
              <a:t>09/10/1442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1263754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7"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9"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dirty="0"/>
              <a:t>Click icon to add picture</a:t>
            </a:r>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4F5ED77-B048-4CC0-A9DE-76C32324244C}" type="datetimeFigureOut">
              <a:rPr lang="fa-IR" smtClean="0"/>
              <a:t>09/10/1442</a:t>
            </a:fld>
            <a:endParaRPr lang="fa-IR"/>
          </a:p>
        </p:txBody>
      </p:sp>
      <p:sp>
        <p:nvSpPr>
          <p:cNvPr id="6" name="Footer Placeholder 5"/>
          <p:cNvSpPr>
            <a:spLocks noGrp="1"/>
          </p:cNvSpPr>
          <p:nvPr>
            <p:ph type="ftr" sz="quarter" idx="11"/>
          </p:nvPr>
        </p:nvSpPr>
        <p:spPr/>
        <p:txBody>
          <a:bodyPr/>
          <a:lstStyle/>
          <a:p>
            <a:endParaRPr lang="fa-IR"/>
          </a:p>
        </p:txBody>
      </p:sp>
      <p:sp>
        <p:nvSpPr>
          <p:cNvPr id="7" name="Slide Number Placeholder 6"/>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1891537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5"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5" y="3657600"/>
            <a:ext cx="8825659" cy="2362200"/>
          </a:xfrm>
        </p:spPr>
        <p:txBody>
          <a:bodyPr anchor="ctr">
            <a:normAutofit/>
          </a:bodyPr>
          <a:lstStyle>
            <a:lvl1pPr marL="0" indent="0">
              <a:buNone/>
              <a:defRPr sz="18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4F5ED77-B048-4CC0-A9DE-76C32324244C}" type="datetimeFigureOut">
              <a:rPr lang="fa-IR" smtClean="0"/>
              <a:t>09/10/1442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13356280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1"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5" y="4350657"/>
            <a:ext cx="8825659" cy="1676400"/>
          </a:xfrm>
        </p:spPr>
        <p:txBody>
          <a:bodyPr anchor="ctr">
            <a:normAutofit/>
          </a:bodyPr>
          <a:lstStyle>
            <a:lvl1pPr marL="0" indent="0">
              <a:buNone/>
              <a:defRPr sz="18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74F5ED77-B048-4CC0-A9DE-76C32324244C}" type="datetimeFigureOut">
              <a:rPr lang="fa-IR" smtClean="0"/>
              <a:t>09/10/1442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589FA62-F7C3-4898-BEE3-F549A941313E}" type="slidenum">
              <a:rPr lang="fa-IR" smtClean="0"/>
              <a:t>‹#›</a:t>
            </a:fld>
            <a:endParaRPr lang="fa-IR"/>
          </a:p>
        </p:txBody>
      </p:sp>
      <p:sp>
        <p:nvSpPr>
          <p:cNvPr id="12" name="TextBox 11"/>
          <p:cNvSpPr txBox="1"/>
          <p:nvPr/>
        </p:nvSpPr>
        <p:spPr>
          <a:xfrm>
            <a:off x="898295" y="971254"/>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9330491" y="2613788"/>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1886775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5"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9" cy="860400"/>
          </a:xfrm>
        </p:spPr>
        <p:txBody>
          <a:bodyPr anchor="t"/>
          <a:lstStyle>
            <a:lvl1pPr marL="0" indent="0" algn="l">
              <a:buNone/>
              <a:defRPr sz="2000" cap="none">
                <a:solidFill>
                  <a:schemeClr val="bg2">
                    <a:lumMod val="40000"/>
                    <a:lumOff val="60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4F5ED77-B048-4CC0-A9DE-76C32324244C}" type="datetimeFigureOut">
              <a:rPr lang="fa-IR" smtClean="0"/>
              <a:t>09/10/1442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4212661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7" cy="576262"/>
          </a:xfrm>
        </p:spPr>
        <p:txBody>
          <a:bodyPr anchor="b">
            <a:noAutofit/>
          </a:bodyPr>
          <a:lstStyle>
            <a:lvl1pPr marL="0" indent="0">
              <a:buNone/>
              <a:defRPr sz="2400" b="0">
                <a:solidFill>
                  <a:schemeClr val="bg2">
                    <a:lumMod val="40000"/>
                    <a:lumOff val="6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1" cy="3589338"/>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61" y="1981200"/>
            <a:ext cx="2936241" cy="576262"/>
          </a:xfrm>
        </p:spPr>
        <p:txBody>
          <a:bodyPr anchor="b">
            <a:noAutofit/>
          </a:bodyPr>
          <a:lstStyle>
            <a:lvl1pPr marL="0" indent="0">
              <a:buNone/>
              <a:defRPr sz="2400" b="0">
                <a:solidFill>
                  <a:schemeClr val="bg2">
                    <a:lumMod val="40000"/>
                    <a:lumOff val="6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5" y="2667000"/>
            <a:ext cx="2946795" cy="3589338"/>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1" y="1981200"/>
            <a:ext cx="2932113" cy="576262"/>
          </a:xfrm>
        </p:spPr>
        <p:txBody>
          <a:bodyPr anchor="b">
            <a:noAutofit/>
          </a:bodyPr>
          <a:lstStyle>
            <a:lvl1pPr marL="0" indent="0">
              <a:buNone/>
              <a:defRPr sz="2400" b="0">
                <a:solidFill>
                  <a:schemeClr val="bg2">
                    <a:lumMod val="40000"/>
                    <a:lumOff val="6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1" y="2667000"/>
            <a:ext cx="2932113" cy="3589338"/>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cxnSp>
        <p:nvCxnSpPr>
          <p:cNvPr id="17" name="Straight Connector 16"/>
          <p:cNvCxnSpPr/>
          <p:nvPr/>
        </p:nvCxnSpPr>
        <p:spPr>
          <a:xfrm>
            <a:off x="3726143"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4F5ED77-B048-4CC0-A9DE-76C32324244C}" type="datetimeFigureOut">
              <a:rPr lang="fa-IR" smtClean="0"/>
              <a:t>09/10/1442</a:t>
            </a:fld>
            <a:endParaRPr lang="fa-IR"/>
          </a:p>
        </p:txBody>
      </p:sp>
      <p:sp>
        <p:nvSpPr>
          <p:cNvPr id="4"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17173767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1" cy="576262"/>
          </a:xfrm>
        </p:spPr>
        <p:txBody>
          <a:bodyPr anchor="b">
            <a:noAutofit/>
          </a:bodyPr>
          <a:lstStyle>
            <a:lvl1pPr marL="0" indent="0">
              <a:buNone/>
              <a:defRPr sz="2400" b="0">
                <a:solidFill>
                  <a:schemeClr val="bg2">
                    <a:lumMod val="40000"/>
                    <a:lumOff val="6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1"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dirty="0"/>
              <a:t>Click icon to add picture</a:t>
            </a:r>
          </a:p>
        </p:txBody>
      </p:sp>
      <p:sp>
        <p:nvSpPr>
          <p:cNvPr id="22" name="Text Placeholder 3"/>
          <p:cNvSpPr>
            <a:spLocks noGrp="1"/>
          </p:cNvSpPr>
          <p:nvPr>
            <p:ph type="body" sz="half" idx="18"/>
          </p:nvPr>
        </p:nvSpPr>
        <p:spPr>
          <a:xfrm>
            <a:off x="652463" y="4827213"/>
            <a:ext cx="2940051" cy="659189"/>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6" y="4250949"/>
            <a:ext cx="2930525" cy="576262"/>
          </a:xfrm>
        </p:spPr>
        <p:txBody>
          <a:bodyPr anchor="b">
            <a:noAutofit/>
          </a:bodyPr>
          <a:lstStyle>
            <a:lvl1pPr marL="0" indent="0">
              <a:buNone/>
              <a:defRPr sz="2400" b="0">
                <a:solidFill>
                  <a:schemeClr val="bg2">
                    <a:lumMod val="40000"/>
                    <a:lumOff val="6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5"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dirty="0"/>
              <a:t>Click icon to add picture</a:t>
            </a:r>
          </a:p>
        </p:txBody>
      </p:sp>
      <p:sp>
        <p:nvSpPr>
          <p:cNvPr id="23" name="Text Placeholder 3"/>
          <p:cNvSpPr>
            <a:spLocks noGrp="1"/>
          </p:cNvSpPr>
          <p:nvPr>
            <p:ph type="body" sz="half" idx="19"/>
          </p:nvPr>
        </p:nvSpPr>
        <p:spPr>
          <a:xfrm>
            <a:off x="3888022" y="4827212"/>
            <a:ext cx="2934407" cy="659189"/>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1" y="4250949"/>
            <a:ext cx="2932113" cy="576262"/>
          </a:xfrm>
        </p:spPr>
        <p:txBody>
          <a:bodyPr anchor="b">
            <a:noAutofit/>
          </a:bodyPr>
          <a:lstStyle>
            <a:lvl1pPr marL="0" indent="0">
              <a:buNone/>
              <a:defRPr sz="2400" b="0">
                <a:solidFill>
                  <a:schemeClr val="bg2">
                    <a:lumMod val="40000"/>
                    <a:lumOff val="60000"/>
                  </a:schemeClr>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701"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189" indent="0">
              <a:buNone/>
              <a:defRPr sz="1600"/>
            </a:lvl2pPr>
            <a:lvl3pPr marL="914377" indent="0">
              <a:buNone/>
              <a:defRPr sz="1600"/>
            </a:lvl3pPr>
            <a:lvl4pPr marL="1371566" indent="0">
              <a:buNone/>
              <a:defRPr sz="1600"/>
            </a:lvl4pPr>
            <a:lvl5pPr marL="1828754" indent="0">
              <a:buNone/>
              <a:defRPr sz="1600"/>
            </a:lvl5pPr>
            <a:lvl6pPr marL="2285943" indent="0">
              <a:buNone/>
              <a:defRPr sz="1600"/>
            </a:lvl6pPr>
            <a:lvl7pPr marL="2743131" indent="0">
              <a:buNone/>
              <a:defRPr sz="1600"/>
            </a:lvl7pPr>
            <a:lvl8pPr marL="3200320" indent="0">
              <a:buNone/>
              <a:defRPr sz="1600"/>
            </a:lvl8pPr>
            <a:lvl9pPr marL="3657509" indent="0">
              <a:buNone/>
              <a:defRPr sz="1600"/>
            </a:lvl9pPr>
          </a:lstStyle>
          <a:p>
            <a:r>
              <a:rPr lang="en-US" dirty="0"/>
              <a:t>Click icon to add picture</a:t>
            </a:r>
          </a:p>
        </p:txBody>
      </p:sp>
      <p:sp>
        <p:nvSpPr>
          <p:cNvPr id="24" name="Text Placeholder 3"/>
          <p:cNvSpPr>
            <a:spLocks noGrp="1"/>
          </p:cNvSpPr>
          <p:nvPr>
            <p:ph type="body" sz="half" idx="20"/>
          </p:nvPr>
        </p:nvSpPr>
        <p:spPr>
          <a:xfrm>
            <a:off x="7124576" y="4827210"/>
            <a:ext cx="2935997" cy="659189"/>
          </a:xfrm>
        </p:spPr>
        <p:txBody>
          <a:bodyPr anchor="t">
            <a:normAutofit/>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cxnSp>
        <p:nvCxnSpPr>
          <p:cNvPr id="19" name="Straight Connector 18"/>
          <p:cNvCxnSpPr/>
          <p:nvPr/>
        </p:nvCxnSpPr>
        <p:spPr>
          <a:xfrm>
            <a:off x="3726143"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74F5ED77-B048-4CC0-A9DE-76C32324244C}" type="datetimeFigureOut">
              <a:rPr lang="fa-IR" smtClean="0"/>
              <a:t>09/10/1442</a:t>
            </a:fld>
            <a:endParaRPr lang="fa-IR"/>
          </a:p>
        </p:txBody>
      </p:sp>
      <p:sp>
        <p:nvSpPr>
          <p:cNvPr id="4"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2300607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F5ED77-B048-4CC0-A9DE-76C32324244C}" type="datetimeFigureOut">
              <a:rPr lang="fa-IR" smtClean="0"/>
              <a:t>09/10/1442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418080226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3" y="430215"/>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4"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4F5ED77-B048-4CC0-A9DE-76C32324244C}" type="datetimeFigureOut">
              <a:rPr lang="fa-IR" smtClean="0"/>
              <a:t>09/10/1442</a:t>
            </a:fld>
            <a:endParaRPr lang="fa-IR"/>
          </a:p>
        </p:txBody>
      </p:sp>
      <p:sp>
        <p:nvSpPr>
          <p:cNvPr id="5" name="Footer Placeholder 4"/>
          <p:cNvSpPr>
            <a:spLocks noGrp="1"/>
          </p:cNvSpPr>
          <p:nvPr>
            <p:ph type="ftr" sz="quarter" idx="11"/>
          </p:nvPr>
        </p:nvSpPr>
        <p:spPr/>
        <p:txBody>
          <a:bodyPr/>
          <a:lstStyle/>
          <a:p>
            <a:endParaRPr lang="fa-IR"/>
          </a:p>
        </p:txBody>
      </p:sp>
      <p:sp>
        <p:nvSpPr>
          <p:cNvPr id="6" name="Slide Number Placeholder 5"/>
          <p:cNvSpPr>
            <a:spLocks noGrp="1"/>
          </p:cNvSpPr>
          <p:nvPr>
            <p:ph type="sldNum" sz="quarter" idx="12"/>
          </p:nvPr>
        </p:nvSpPr>
        <p:spPr/>
        <p:txBody>
          <a:bodyPr/>
          <a:lstStyle/>
          <a:p>
            <a:fld id="{A589FA62-F7C3-4898-BEE3-F549A941313E}" type="slidenum">
              <a:rPr lang="fa-IR" smtClean="0"/>
              <a:t>‹#›</a:t>
            </a:fld>
            <a:endParaRPr lang="fa-IR"/>
          </a:p>
        </p:txBody>
      </p:sp>
    </p:spTree>
    <p:extLst>
      <p:ext uri="{BB962C8B-B14F-4D97-AF65-F5344CB8AC3E}">
        <p14:creationId xmlns:p14="http://schemas.microsoft.com/office/powerpoint/2010/main" val="4242305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1" y="2669687"/>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1" y="2892349"/>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3" y="2"/>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5"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2"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20"/>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41"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74F5ED77-B048-4CC0-A9DE-76C32324244C}" type="datetimeFigureOut">
              <a:rPr lang="fa-IR" smtClean="0"/>
              <a:t>09/10/1442</a:t>
            </a:fld>
            <a:endParaRPr lang="fa-IR"/>
          </a:p>
        </p:txBody>
      </p:sp>
      <p:sp>
        <p:nvSpPr>
          <p:cNvPr id="5" name="Footer Placeholder 4"/>
          <p:cNvSpPr>
            <a:spLocks noGrp="1"/>
          </p:cNvSpPr>
          <p:nvPr>
            <p:ph type="ftr" sz="quarter" idx="3"/>
          </p:nvPr>
        </p:nvSpPr>
        <p:spPr>
          <a:xfrm rot="5400000">
            <a:off x="8951575" y="3225299"/>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fa-IR"/>
          </a:p>
        </p:txBody>
      </p:sp>
      <p:sp>
        <p:nvSpPr>
          <p:cNvPr id="6" name="Slide Number Placeholder 5"/>
          <p:cNvSpPr>
            <a:spLocks noGrp="1"/>
          </p:cNvSpPr>
          <p:nvPr>
            <p:ph type="sldNum" sz="quarter" idx="4"/>
          </p:nvPr>
        </p:nvSpPr>
        <p:spPr bwMode="gray">
          <a:xfrm>
            <a:off x="10352542" y="295731"/>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A589FA62-F7C3-4898-BEE3-F549A941313E}" type="slidenum">
              <a:rPr lang="fa-IR" smtClean="0"/>
              <a:t>‹#›</a:t>
            </a:fld>
            <a:endParaRPr lang="fa-IR"/>
          </a:p>
        </p:txBody>
      </p:sp>
    </p:spTree>
    <p:extLst>
      <p:ext uri="{BB962C8B-B14F-4D97-AF65-F5344CB8AC3E}">
        <p14:creationId xmlns:p14="http://schemas.microsoft.com/office/powerpoint/2010/main" val="3392696914"/>
      </p:ext>
    </p:extLst>
  </p:cSld>
  <p:clrMap bg1="dk1" tx1="lt1" bg2="dk2" tx2="lt2" accent1="accent1" accent2="accent2" accent3="accent3" accent4="accent4" accent5="accent5" accent6="accent6" hlink="hlink" folHlink="folHlink"/>
  <p:sldLayoutIdLst>
    <p:sldLayoutId id="2147483997" r:id="rId1"/>
    <p:sldLayoutId id="2147483998" r:id="rId2"/>
    <p:sldLayoutId id="2147483999" r:id="rId3"/>
    <p:sldLayoutId id="2147484000" r:id="rId4"/>
    <p:sldLayoutId id="2147484001" r:id="rId5"/>
    <p:sldLayoutId id="2147484002" r:id="rId6"/>
    <p:sldLayoutId id="2147484003" r:id="rId7"/>
    <p:sldLayoutId id="2147484004" r:id="rId8"/>
    <p:sldLayoutId id="2147484005" r:id="rId9"/>
    <p:sldLayoutId id="2147484006" r:id="rId10"/>
    <p:sldLayoutId id="2147484007" r:id="rId11"/>
    <p:sldLayoutId id="2147484008" r:id="rId12"/>
    <p:sldLayoutId id="2147484009" r:id="rId13"/>
    <p:sldLayoutId id="2147484010" r:id="rId14"/>
    <p:sldLayoutId id="2147484011" r:id="rId15"/>
    <p:sldLayoutId id="2147484012" r:id="rId16"/>
    <p:sldLayoutId id="2147484013" r:id="rId17"/>
  </p:sldLayoutIdLst>
  <p:txStyles>
    <p:titleStyle>
      <a:lvl1pPr algn="l" defTabSz="457189" rtl="1" eaLnBrk="1" latinLnBrk="0" hangingPunct="1">
        <a:spcBef>
          <a:spcPct val="0"/>
        </a:spcBef>
        <a:buNone/>
        <a:defRPr sz="4200" b="0" i="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891" indent="-342891" algn="r" defTabSz="457189" rtl="1"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32" indent="-285744" algn="r" defTabSz="457189" rtl="1"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2971" indent="-228594" algn="r" defTabSz="457189" rtl="1"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160" indent="-228594" algn="r" defTabSz="457189"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349" indent="-228594" algn="r" defTabSz="457189"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5937" indent="-228594" algn="r" defTabSz="457189"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726" indent="-228594" algn="r" defTabSz="457189"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8914" indent="-228594" algn="r" defTabSz="457189"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103" indent="-228594" algn="r" defTabSz="457189"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r" defTabSz="457189" rtl="1" eaLnBrk="1" latinLnBrk="0" hangingPunct="1">
        <a:defRPr sz="1800" kern="1200">
          <a:solidFill>
            <a:schemeClr val="tx1"/>
          </a:solidFill>
          <a:latin typeface="+mn-lt"/>
          <a:ea typeface="+mn-ea"/>
          <a:cs typeface="+mn-cs"/>
        </a:defRPr>
      </a:lvl1pPr>
      <a:lvl2pPr marL="457189" algn="r" defTabSz="457189" rtl="1" eaLnBrk="1" latinLnBrk="0" hangingPunct="1">
        <a:defRPr sz="1800" kern="1200">
          <a:solidFill>
            <a:schemeClr val="tx1"/>
          </a:solidFill>
          <a:latin typeface="+mn-lt"/>
          <a:ea typeface="+mn-ea"/>
          <a:cs typeface="+mn-cs"/>
        </a:defRPr>
      </a:lvl2pPr>
      <a:lvl3pPr marL="914377" algn="r" defTabSz="457189" rtl="1" eaLnBrk="1" latinLnBrk="0" hangingPunct="1">
        <a:defRPr sz="1800" kern="1200">
          <a:solidFill>
            <a:schemeClr val="tx1"/>
          </a:solidFill>
          <a:latin typeface="+mn-lt"/>
          <a:ea typeface="+mn-ea"/>
          <a:cs typeface="+mn-cs"/>
        </a:defRPr>
      </a:lvl3pPr>
      <a:lvl4pPr marL="1371566" algn="r" defTabSz="457189" rtl="1" eaLnBrk="1" latinLnBrk="0" hangingPunct="1">
        <a:defRPr sz="1800" kern="1200">
          <a:solidFill>
            <a:schemeClr val="tx1"/>
          </a:solidFill>
          <a:latin typeface="+mn-lt"/>
          <a:ea typeface="+mn-ea"/>
          <a:cs typeface="+mn-cs"/>
        </a:defRPr>
      </a:lvl4pPr>
      <a:lvl5pPr marL="1828754" algn="r" defTabSz="457189" rtl="1" eaLnBrk="1" latinLnBrk="0" hangingPunct="1">
        <a:defRPr sz="1800" kern="1200">
          <a:solidFill>
            <a:schemeClr val="tx1"/>
          </a:solidFill>
          <a:latin typeface="+mn-lt"/>
          <a:ea typeface="+mn-ea"/>
          <a:cs typeface="+mn-cs"/>
        </a:defRPr>
      </a:lvl5pPr>
      <a:lvl6pPr marL="2285943" algn="r" defTabSz="457189" rtl="1" eaLnBrk="1" latinLnBrk="0" hangingPunct="1">
        <a:defRPr sz="1800" kern="1200">
          <a:solidFill>
            <a:schemeClr val="tx1"/>
          </a:solidFill>
          <a:latin typeface="+mn-lt"/>
          <a:ea typeface="+mn-ea"/>
          <a:cs typeface="+mn-cs"/>
        </a:defRPr>
      </a:lvl6pPr>
      <a:lvl7pPr marL="2743131" algn="r" defTabSz="457189" rtl="1" eaLnBrk="1" latinLnBrk="0" hangingPunct="1">
        <a:defRPr sz="1800" kern="1200">
          <a:solidFill>
            <a:schemeClr val="tx1"/>
          </a:solidFill>
          <a:latin typeface="+mn-lt"/>
          <a:ea typeface="+mn-ea"/>
          <a:cs typeface="+mn-cs"/>
        </a:defRPr>
      </a:lvl7pPr>
      <a:lvl8pPr marL="3200320" algn="r" defTabSz="457189" rtl="1" eaLnBrk="1" latinLnBrk="0" hangingPunct="1">
        <a:defRPr sz="1800" kern="1200">
          <a:solidFill>
            <a:schemeClr val="tx1"/>
          </a:solidFill>
          <a:latin typeface="+mn-lt"/>
          <a:ea typeface="+mn-ea"/>
          <a:cs typeface="+mn-cs"/>
        </a:defRPr>
      </a:lvl8pPr>
      <a:lvl9pPr marL="3657509" algn="r" defTabSz="457189"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D02281-925F-44EF-9D25-6811D78392D3}"/>
              </a:ext>
            </a:extLst>
          </p:cNvPr>
          <p:cNvSpPr>
            <a:spLocks noGrp="1"/>
          </p:cNvSpPr>
          <p:nvPr>
            <p:ph type="ctrTitle"/>
          </p:nvPr>
        </p:nvSpPr>
        <p:spPr>
          <a:xfrm>
            <a:off x="0" y="0"/>
            <a:ext cx="12192000" cy="6858000"/>
          </a:xfrm>
        </p:spPr>
        <p:txBody>
          <a:bodyPr numCol="1" anchor="t" anchorCtr="0"/>
          <a:lstStyle/>
          <a:p>
            <a:pPr algn="r"/>
            <a:r>
              <a:rPr lang="fa-IR" sz="9600" b="1" dirty="0">
                <a:effectLst>
                  <a:outerShdw blurRad="38100" dist="38100" dir="2700000" algn="tl">
                    <a:srgbClr val="000000">
                      <a:alpha val="43137"/>
                    </a:srgbClr>
                  </a:outerShdw>
                </a:effectLst>
              </a:rPr>
              <a:t>             </a:t>
            </a:r>
            <a:r>
              <a:rPr lang="fa-IR" sz="14000" b="1" dirty="0">
                <a:solidFill>
                  <a:schemeClr val="tx2">
                    <a:lumMod val="10000"/>
                  </a:schemeClr>
                </a:solidFill>
                <a:effectLst>
                  <a:outerShdw blurRad="38100" dist="38100" dir="2700000" algn="tl">
                    <a:srgbClr val="000000">
                      <a:alpha val="43137"/>
                    </a:srgbClr>
                  </a:outerShdw>
                </a:effectLst>
              </a:rPr>
              <a:t>بنام خدا</a:t>
            </a:r>
            <a:br>
              <a:rPr lang="fa-IR" sz="9600" b="1" dirty="0">
                <a:effectLst>
                  <a:outerShdw blurRad="38100" dist="38100" dir="2700000" algn="tl">
                    <a:srgbClr val="000000">
                      <a:alpha val="43137"/>
                    </a:srgbClr>
                  </a:outerShdw>
                </a:effectLst>
              </a:rPr>
            </a:br>
            <a:r>
              <a:rPr lang="fa-IR" sz="9600" b="1" dirty="0">
                <a:effectLst>
                  <a:outerShdw blurRad="38100" dist="38100" dir="2700000" algn="tl">
                    <a:srgbClr val="000000">
                      <a:alpha val="43137"/>
                    </a:srgbClr>
                  </a:outerShdw>
                </a:effectLst>
              </a:rPr>
              <a:t> </a:t>
            </a:r>
            <a:r>
              <a:rPr lang="fa-IR" sz="6600" b="1" dirty="0">
                <a:effectLst>
                  <a:outerShdw blurRad="38100" dist="38100" dir="2700000" algn="tl">
                    <a:srgbClr val="000000">
                      <a:alpha val="43137"/>
                    </a:srgbClr>
                  </a:outerShdw>
                </a:effectLst>
              </a:rPr>
              <a:t> </a:t>
            </a:r>
            <a:r>
              <a:rPr lang="fa-IR" sz="2800" b="1" dirty="0">
                <a:effectLst>
                  <a:outerShdw blurRad="38100" dist="38100" dir="2700000" algn="tl">
                    <a:srgbClr val="000000">
                      <a:alpha val="43137"/>
                    </a:srgbClr>
                  </a:outerShdw>
                </a:effectLst>
              </a:rPr>
              <a:t>نام و نام خانوادگی: امیرمحمد خالقی فرید                         استاد: زینب خاتون شریعت ناصری</a:t>
            </a:r>
            <a:br>
              <a:rPr lang="fa-IR" sz="2800" b="1" dirty="0">
                <a:effectLst>
                  <a:outerShdw blurRad="38100" dist="38100" dir="2700000" algn="tl">
                    <a:srgbClr val="000000">
                      <a:alpha val="43137"/>
                    </a:srgbClr>
                  </a:outerShdw>
                </a:effectLst>
              </a:rPr>
            </a:br>
            <a:r>
              <a:rPr lang="fa-IR" sz="2800" b="1" dirty="0">
                <a:effectLst>
                  <a:outerShdw blurRad="38100" dist="38100" dir="2700000" algn="tl">
                    <a:srgbClr val="000000">
                      <a:alpha val="43137"/>
                    </a:srgbClr>
                  </a:outerShdw>
                </a:effectLst>
              </a:rPr>
              <a:t>                                               </a:t>
            </a:r>
            <a:br>
              <a:rPr lang="fa-IR" sz="2800" b="1" dirty="0">
                <a:effectLst>
                  <a:outerShdw blurRad="38100" dist="38100" dir="2700000" algn="tl">
                    <a:srgbClr val="000000">
                      <a:alpha val="43137"/>
                    </a:srgbClr>
                  </a:outerShdw>
                </a:effectLst>
              </a:rPr>
            </a:br>
            <a:r>
              <a:rPr lang="fa-IR" sz="2800" b="1" dirty="0">
                <a:effectLst>
                  <a:outerShdw blurRad="38100" dist="38100" dir="2700000" algn="tl">
                    <a:srgbClr val="000000">
                      <a:alpha val="43137"/>
                    </a:srgbClr>
                  </a:outerShdw>
                </a:effectLst>
              </a:rPr>
              <a:t>                    </a:t>
            </a:r>
            <a:br>
              <a:rPr lang="fa-IR" sz="2800" b="1" dirty="0">
                <a:effectLst>
                  <a:outerShdw blurRad="38100" dist="38100" dir="2700000" algn="tl">
                    <a:srgbClr val="000000">
                      <a:alpha val="43137"/>
                    </a:srgbClr>
                  </a:outerShdw>
                </a:effectLst>
              </a:rPr>
            </a:br>
            <a:r>
              <a:rPr lang="fa-IR" sz="2800" b="1" dirty="0">
                <a:effectLst>
                  <a:outerShdw blurRad="38100" dist="38100" dir="2700000" algn="tl">
                    <a:srgbClr val="000000">
                      <a:alpha val="43137"/>
                    </a:srgbClr>
                  </a:outerShdw>
                </a:effectLst>
              </a:rPr>
              <a:t>               </a:t>
            </a:r>
            <a:br>
              <a:rPr lang="fa-IR" sz="2800" b="1" dirty="0">
                <a:effectLst>
                  <a:outerShdw blurRad="38100" dist="38100" dir="2700000" algn="tl">
                    <a:srgbClr val="000000">
                      <a:alpha val="43137"/>
                    </a:srgbClr>
                  </a:outerShdw>
                </a:effectLst>
              </a:rPr>
            </a:br>
            <a:r>
              <a:rPr lang="fa-IR" sz="2800" b="1" dirty="0">
                <a:effectLst>
                  <a:outerShdw blurRad="38100" dist="38100" dir="2700000" algn="tl">
                    <a:srgbClr val="000000">
                      <a:alpha val="43137"/>
                    </a:srgbClr>
                  </a:outerShdw>
                </a:effectLst>
              </a:rPr>
              <a:t>                                  موضوع ارائه: نرم افزار </a:t>
            </a:r>
            <a:r>
              <a:rPr lang="en-US" sz="2800" b="1" dirty="0">
                <a:effectLst>
                  <a:outerShdw blurRad="38100" dist="38100" dir="2700000" algn="tl">
                    <a:srgbClr val="000000">
                      <a:alpha val="43137"/>
                    </a:srgbClr>
                  </a:outerShdw>
                </a:effectLst>
              </a:rPr>
              <a:t>Camtasia ( 2021 )</a:t>
            </a:r>
            <a:br>
              <a:rPr lang="fa-IR" sz="2800" b="1" dirty="0">
                <a:effectLst>
                  <a:outerShdw blurRad="38100" dist="38100" dir="2700000" algn="tl">
                    <a:srgbClr val="000000">
                      <a:alpha val="43137"/>
                    </a:srgbClr>
                  </a:outerShdw>
                </a:effectLst>
              </a:rPr>
            </a:br>
            <a:r>
              <a:rPr lang="fa-IR" sz="2800" b="1" dirty="0">
                <a:effectLst>
                  <a:outerShdw blurRad="38100" dist="38100" dir="2700000" algn="tl">
                    <a:srgbClr val="000000">
                      <a:alpha val="43137"/>
                    </a:srgbClr>
                  </a:outerShdw>
                </a:effectLst>
              </a:rPr>
              <a:t>                                  </a:t>
            </a:r>
            <a:br>
              <a:rPr lang="fa-IR" sz="2800" b="1" dirty="0">
                <a:effectLst>
                  <a:outerShdw blurRad="38100" dist="38100" dir="2700000" algn="tl">
                    <a:srgbClr val="000000">
                      <a:alpha val="43137"/>
                    </a:srgbClr>
                  </a:outerShdw>
                </a:effectLst>
              </a:rPr>
            </a:br>
            <a:r>
              <a:rPr lang="fa-IR" sz="2800" b="1" dirty="0">
                <a:effectLst>
                  <a:outerShdw blurRad="38100" dist="38100" dir="2700000" algn="tl">
                    <a:srgbClr val="000000">
                      <a:alpha val="43137"/>
                    </a:srgbClr>
                  </a:outerShdw>
                </a:effectLst>
              </a:rPr>
              <a:t>                                     تاریخ ارائه</a:t>
            </a:r>
            <a:r>
              <a:rPr lang="en-US" sz="2800" b="1" dirty="0">
                <a:effectLst>
                  <a:outerShdw blurRad="38100" dist="38100" dir="2700000" algn="tl">
                    <a:srgbClr val="000000">
                      <a:alpha val="43137"/>
                    </a:srgbClr>
                  </a:outerShdw>
                </a:effectLst>
              </a:rPr>
              <a:t>:</a:t>
            </a:r>
            <a:r>
              <a:rPr lang="fa-IR" sz="2800" b="1" dirty="0">
                <a:effectLst>
                  <a:outerShdw blurRad="38100" dist="38100" dir="2700000" algn="tl">
                    <a:srgbClr val="000000">
                      <a:alpha val="43137"/>
                    </a:srgbClr>
                  </a:outerShdw>
                </a:effectLst>
              </a:rPr>
              <a:t> </a:t>
            </a:r>
            <a:r>
              <a:rPr lang="en-US" sz="2800" b="1" dirty="0">
                <a:effectLst>
                  <a:outerShdw blurRad="38100" dist="38100" dir="2700000" algn="tl">
                    <a:srgbClr val="000000">
                      <a:alpha val="43137"/>
                    </a:srgbClr>
                  </a:outerShdw>
                </a:effectLst>
              </a:rPr>
              <a:t>1400/2/30          </a:t>
            </a:r>
            <a:br>
              <a:rPr lang="en-US" sz="2800" b="1" dirty="0">
                <a:effectLst>
                  <a:outerShdw blurRad="38100" dist="38100" dir="2700000" algn="tl">
                    <a:srgbClr val="000000">
                      <a:alpha val="43137"/>
                    </a:srgbClr>
                  </a:outerShdw>
                </a:effectLst>
              </a:rPr>
            </a:br>
            <a:r>
              <a:rPr lang="en-US" sz="2800" b="1" dirty="0">
                <a:effectLst>
                  <a:outerShdw blurRad="38100" dist="38100" dir="2700000" algn="tl">
                    <a:srgbClr val="000000">
                      <a:alpha val="43137"/>
                    </a:srgbClr>
                  </a:outerShdw>
                </a:effectLst>
              </a:rPr>
              <a:t>              </a:t>
            </a:r>
            <a:endParaRPr lang="fa-IR" sz="96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666749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B7B221-F64F-4A74-9445-6F1DE967FA07}"/>
              </a:ext>
            </a:extLst>
          </p:cNvPr>
          <p:cNvSpPr>
            <a:spLocks noGrp="1"/>
          </p:cNvSpPr>
          <p:nvPr>
            <p:ph type="ctrTitle"/>
          </p:nvPr>
        </p:nvSpPr>
        <p:spPr>
          <a:xfrm>
            <a:off x="1053355" y="1145309"/>
            <a:ext cx="9356028" cy="1211997"/>
          </a:xfrm>
        </p:spPr>
        <p:txBody>
          <a:bodyPr numCol="1" anchor="t"/>
          <a:lstStyle/>
          <a:p>
            <a:pPr algn="r"/>
            <a:r>
              <a:rPr lang="fa-IR" sz="4800" b="1" dirty="0">
                <a:effectLst>
                  <a:outerShdw blurRad="38100" dist="38100" dir="2700000" algn="tl">
                    <a:srgbClr val="000000">
                      <a:alpha val="43137"/>
                    </a:srgbClr>
                  </a:outerShdw>
                </a:effectLst>
              </a:rPr>
              <a:t>مقدمه:</a:t>
            </a:r>
          </a:p>
        </p:txBody>
      </p:sp>
      <p:sp>
        <p:nvSpPr>
          <p:cNvPr id="4" name="Subtitle 3">
            <a:extLst>
              <a:ext uri="{FF2B5EF4-FFF2-40B4-BE49-F238E27FC236}">
                <a16:creationId xmlns:a16="http://schemas.microsoft.com/office/drawing/2014/main" id="{F5FCB25A-16D4-4F03-9B17-0E454B5CEC9C}"/>
              </a:ext>
            </a:extLst>
          </p:cNvPr>
          <p:cNvSpPr>
            <a:spLocks noGrp="1"/>
          </p:cNvSpPr>
          <p:nvPr>
            <p:ph type="subTitle" idx="1"/>
          </p:nvPr>
        </p:nvSpPr>
        <p:spPr>
          <a:xfrm>
            <a:off x="1154955" y="2608976"/>
            <a:ext cx="9254428" cy="3969624"/>
          </a:xfrm>
        </p:spPr>
        <p:txBody>
          <a:bodyPr>
            <a:normAutofit fontScale="92500" lnSpcReduction="10000"/>
          </a:bodyPr>
          <a:lstStyle/>
          <a:p>
            <a:pPr algn="r"/>
            <a:r>
              <a:rPr lang="fa-IR" sz="2800" b="1" dirty="0">
                <a:solidFill>
                  <a:schemeClr val="tx1"/>
                </a:solidFill>
              </a:rPr>
              <a:t>با توجه به اینکه در دهه های اخیر شبکه های اجتماعی مختلف و در کل فضای اینترنت با محتواها و محیط های عامه پسند و سرگرم کننده عده بسیار زیادی از انسان ها را به سوی خود جذب کرده است،بدیهی است که تعداد زیادی از افرادی که به دلایل گوناگون موفق به نمایش استعداد ها و فعالیت های خود در زمینه  های مختلف در دنیای واقعی نشده اند،به کسب درآمد با ساخت و بارگزاری محتواهای ویدیویی مرتبط با هدف خودشان فکر میکنند و وقتی صحبت از ساخت کلیپ و ویدیو میشود به غیر از وسایل و تجهیزات اولیه،نرم افزاری که برای اصلاح و غنی کردن ویدیو از آن استفاده میشود (ویدیو ادیتور) هم نقش بسیار مهمی ایفا میکند.در این پاور پوینت قرار است با محیط نرم افزار </a:t>
            </a:r>
            <a:r>
              <a:rPr lang="en-US" sz="2800" b="1" dirty="0">
                <a:solidFill>
                  <a:schemeClr val="tx1"/>
                </a:solidFill>
              </a:rPr>
              <a:t>Camtasia </a:t>
            </a:r>
            <a:r>
              <a:rPr lang="fa-IR" sz="2800" b="1" dirty="0">
                <a:solidFill>
                  <a:schemeClr val="tx1"/>
                </a:solidFill>
              </a:rPr>
              <a:t>آشنا و دلایل پیشنهاد کردن این ادیتور را متوجه شویم.</a:t>
            </a:r>
          </a:p>
        </p:txBody>
      </p:sp>
    </p:spTree>
    <p:extLst>
      <p:ext uri="{BB962C8B-B14F-4D97-AF65-F5344CB8AC3E}">
        <p14:creationId xmlns:p14="http://schemas.microsoft.com/office/powerpoint/2010/main" val="2796945407"/>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B7B221-F64F-4A74-9445-6F1DE967FA07}"/>
              </a:ext>
            </a:extLst>
          </p:cNvPr>
          <p:cNvSpPr>
            <a:spLocks noGrp="1"/>
          </p:cNvSpPr>
          <p:nvPr>
            <p:ph type="ctrTitle"/>
          </p:nvPr>
        </p:nvSpPr>
        <p:spPr>
          <a:xfrm>
            <a:off x="1053355" y="1145309"/>
            <a:ext cx="9356028" cy="1346221"/>
          </a:xfrm>
        </p:spPr>
        <p:txBody>
          <a:bodyPr numCol="1" anchor="t"/>
          <a:lstStyle/>
          <a:p>
            <a:pPr algn="r"/>
            <a:r>
              <a:rPr lang="fa-IR" sz="4400" b="1" dirty="0">
                <a:effectLst>
                  <a:outerShdw blurRad="38100" dist="38100" dir="2700000" algn="tl">
                    <a:srgbClr val="000000">
                      <a:alpha val="43137"/>
                    </a:srgbClr>
                  </a:outerShdw>
                </a:effectLst>
              </a:rPr>
              <a:t>دلایل برتری </a:t>
            </a:r>
            <a:r>
              <a:rPr lang="en-US" sz="4400" b="1" dirty="0">
                <a:effectLst>
                  <a:outerShdw blurRad="38100" dist="38100" dir="2700000" algn="tl">
                    <a:srgbClr val="000000">
                      <a:alpha val="43137"/>
                    </a:srgbClr>
                  </a:outerShdw>
                </a:effectLst>
              </a:rPr>
              <a:t>Camtasia</a:t>
            </a:r>
            <a:r>
              <a:rPr lang="fa-IR" sz="4400" b="1" dirty="0">
                <a:effectLst>
                  <a:outerShdw blurRad="38100" dist="38100" dir="2700000" algn="tl">
                    <a:srgbClr val="000000">
                      <a:alpha val="43137"/>
                    </a:srgbClr>
                  </a:outerShdw>
                </a:effectLst>
              </a:rPr>
              <a:t> نسبت به بسیاری از ادیتور های دیگر :</a:t>
            </a:r>
          </a:p>
        </p:txBody>
      </p:sp>
      <p:sp>
        <p:nvSpPr>
          <p:cNvPr id="4" name="Subtitle 3">
            <a:extLst>
              <a:ext uri="{FF2B5EF4-FFF2-40B4-BE49-F238E27FC236}">
                <a16:creationId xmlns:a16="http://schemas.microsoft.com/office/drawing/2014/main" id="{F5FCB25A-16D4-4F03-9B17-0E454B5CEC9C}"/>
              </a:ext>
            </a:extLst>
          </p:cNvPr>
          <p:cNvSpPr>
            <a:spLocks noGrp="1"/>
          </p:cNvSpPr>
          <p:nvPr>
            <p:ph type="subTitle" idx="1"/>
          </p:nvPr>
        </p:nvSpPr>
        <p:spPr>
          <a:xfrm>
            <a:off x="1154955" y="2608975"/>
            <a:ext cx="9254428" cy="4249025"/>
          </a:xfrm>
        </p:spPr>
        <p:txBody>
          <a:bodyPr anchor="t">
            <a:normAutofit/>
          </a:bodyPr>
          <a:lstStyle/>
          <a:p>
            <a:pPr algn="r">
              <a:buClr>
                <a:schemeClr val="tx1"/>
              </a:buClr>
            </a:pPr>
            <a:endParaRPr lang="fa-IR" sz="3600" b="1" dirty="0">
              <a:solidFill>
                <a:schemeClr val="tx1"/>
              </a:solidFill>
            </a:endParaRPr>
          </a:p>
          <a:p>
            <a:pPr marL="457200" indent="-457200" algn="r">
              <a:buClr>
                <a:schemeClr val="tx1"/>
              </a:buClr>
              <a:buFont typeface="Wingdings" panose="05000000000000000000" pitchFamily="2" charset="2"/>
              <a:buChar char="Ø"/>
            </a:pPr>
            <a:r>
              <a:rPr lang="fa-IR" sz="3600" b="1" dirty="0">
                <a:solidFill>
                  <a:schemeClr val="tx1"/>
                </a:solidFill>
              </a:rPr>
              <a:t>محیط کاربری ساده</a:t>
            </a:r>
          </a:p>
          <a:p>
            <a:pPr marL="457200" indent="-457200" algn="r">
              <a:buClr>
                <a:schemeClr val="tx1"/>
              </a:buClr>
              <a:buFont typeface="Wingdings" panose="05000000000000000000" pitchFamily="2" charset="2"/>
              <a:buChar char="Ø"/>
            </a:pPr>
            <a:r>
              <a:rPr lang="fa-IR" sz="3600" b="1" dirty="0">
                <a:solidFill>
                  <a:schemeClr val="tx1"/>
                </a:solidFill>
              </a:rPr>
              <a:t>بهینه بودن محیط نرم افزار</a:t>
            </a:r>
          </a:p>
          <a:p>
            <a:pPr marL="457200" indent="-457200" algn="r">
              <a:buClr>
                <a:schemeClr val="tx1"/>
              </a:buClr>
              <a:buFont typeface="Wingdings" panose="05000000000000000000" pitchFamily="2" charset="2"/>
              <a:buChar char="Ø"/>
            </a:pPr>
            <a:r>
              <a:rPr lang="fa-IR" sz="3600" b="1" dirty="0">
                <a:solidFill>
                  <a:schemeClr val="tx1"/>
                </a:solidFill>
              </a:rPr>
              <a:t>داشتن ابزار های زیاد،مفید و گوناگون</a:t>
            </a:r>
          </a:p>
          <a:p>
            <a:pPr algn="r">
              <a:buClr>
                <a:schemeClr val="tx1"/>
              </a:buClr>
            </a:pPr>
            <a:endParaRPr lang="fa-IR" sz="3600" b="1" dirty="0">
              <a:solidFill>
                <a:schemeClr val="tx1"/>
              </a:solidFill>
            </a:endParaRPr>
          </a:p>
        </p:txBody>
      </p:sp>
    </p:spTree>
    <p:extLst>
      <p:ext uri="{BB962C8B-B14F-4D97-AF65-F5344CB8AC3E}">
        <p14:creationId xmlns:p14="http://schemas.microsoft.com/office/powerpoint/2010/main" val="698690287"/>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B7B221-F64F-4A74-9445-6F1DE967FA07}"/>
              </a:ext>
            </a:extLst>
          </p:cNvPr>
          <p:cNvSpPr>
            <a:spLocks noGrp="1"/>
          </p:cNvSpPr>
          <p:nvPr>
            <p:ph type="ctrTitle"/>
          </p:nvPr>
        </p:nvSpPr>
        <p:spPr>
          <a:xfrm>
            <a:off x="1053355" y="1145309"/>
            <a:ext cx="9356028" cy="1346221"/>
          </a:xfrm>
        </p:spPr>
        <p:txBody>
          <a:bodyPr numCol="1" anchor="t"/>
          <a:lstStyle/>
          <a:p>
            <a:pPr marL="571500" indent="-571500" algn="r">
              <a:buFont typeface="Wingdings" panose="05000000000000000000" pitchFamily="2" charset="2"/>
              <a:buChar char="Ø"/>
            </a:pPr>
            <a:r>
              <a:rPr lang="fa-IR" sz="4400" b="1" dirty="0">
                <a:effectLst>
                  <a:outerShdw blurRad="38100" dist="38100" dir="2700000" algn="tl">
                    <a:srgbClr val="000000">
                      <a:alpha val="43137"/>
                    </a:srgbClr>
                  </a:outerShdw>
                </a:effectLst>
              </a:rPr>
              <a:t>محیط کاربری ساده</a:t>
            </a:r>
          </a:p>
        </p:txBody>
      </p:sp>
      <p:sp>
        <p:nvSpPr>
          <p:cNvPr id="4" name="Subtitle 3">
            <a:extLst>
              <a:ext uri="{FF2B5EF4-FFF2-40B4-BE49-F238E27FC236}">
                <a16:creationId xmlns:a16="http://schemas.microsoft.com/office/drawing/2014/main" id="{F5FCB25A-16D4-4F03-9B17-0E454B5CEC9C}"/>
              </a:ext>
            </a:extLst>
          </p:cNvPr>
          <p:cNvSpPr>
            <a:spLocks noGrp="1"/>
          </p:cNvSpPr>
          <p:nvPr>
            <p:ph type="subTitle" idx="1"/>
          </p:nvPr>
        </p:nvSpPr>
        <p:spPr>
          <a:xfrm>
            <a:off x="1154955" y="2608975"/>
            <a:ext cx="9254428" cy="4249025"/>
          </a:xfrm>
        </p:spPr>
        <p:txBody>
          <a:bodyPr anchor="t">
            <a:normAutofit/>
          </a:bodyPr>
          <a:lstStyle/>
          <a:p>
            <a:pPr algn="r">
              <a:buClr>
                <a:schemeClr val="tx1"/>
              </a:buClr>
            </a:pPr>
            <a:r>
              <a:rPr lang="fa-IR" sz="3600" b="1" dirty="0">
                <a:solidFill>
                  <a:schemeClr val="tx1"/>
                </a:solidFill>
              </a:rPr>
              <a:t>بسیاری از نرم افزار های ویرایشگر ویدیو به حدی شلوغ هستند که کاربر را گیج و عصبی میکنند در حالی که در </a:t>
            </a:r>
            <a:r>
              <a:rPr lang="en-US" sz="3600" b="1" dirty="0" err="1">
                <a:solidFill>
                  <a:schemeClr val="tx1"/>
                </a:solidFill>
              </a:rPr>
              <a:t>camtasia</a:t>
            </a:r>
            <a:r>
              <a:rPr lang="fa-IR" sz="3600" b="1" dirty="0">
                <a:solidFill>
                  <a:schemeClr val="tx1"/>
                </a:solidFill>
              </a:rPr>
              <a:t> محیط تا بیشترین حد ممکن خلوت شده است و هیچگاه احساس نمیکنید چیزی در محیط نرم افزار "اضافی" است.</a:t>
            </a:r>
          </a:p>
        </p:txBody>
      </p:sp>
    </p:spTree>
    <p:extLst>
      <p:ext uri="{BB962C8B-B14F-4D97-AF65-F5344CB8AC3E}">
        <p14:creationId xmlns:p14="http://schemas.microsoft.com/office/powerpoint/2010/main" val="4002177869"/>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1C0881-D062-4690-8A40-5F44EF5654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9434" y="497998"/>
            <a:ext cx="5374073" cy="3263118"/>
          </a:xfrm>
          <a:prstGeom prst="rect">
            <a:avLst/>
          </a:prstGeom>
        </p:spPr>
      </p:pic>
      <p:pic>
        <p:nvPicPr>
          <p:cNvPr id="9" name="Picture 8">
            <a:extLst>
              <a:ext uri="{FF2B5EF4-FFF2-40B4-BE49-F238E27FC236}">
                <a16:creationId xmlns:a16="http://schemas.microsoft.com/office/drawing/2014/main" id="{3D6AB549-8F84-48B6-A658-4ED153162D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4925" y="4140679"/>
            <a:ext cx="5747857" cy="2826569"/>
          </a:xfrm>
          <a:prstGeom prst="rect">
            <a:avLst/>
          </a:prstGeom>
        </p:spPr>
      </p:pic>
      <p:pic>
        <p:nvPicPr>
          <p:cNvPr id="11" name="Picture 10">
            <a:extLst>
              <a:ext uri="{FF2B5EF4-FFF2-40B4-BE49-F238E27FC236}">
                <a16:creationId xmlns:a16="http://schemas.microsoft.com/office/drawing/2014/main" id="{E16E865C-B70E-4251-9106-A01AABD28D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9434" y="4140679"/>
            <a:ext cx="5095491" cy="2826569"/>
          </a:xfrm>
          <a:prstGeom prst="rect">
            <a:avLst/>
          </a:prstGeom>
        </p:spPr>
      </p:pic>
      <p:pic>
        <p:nvPicPr>
          <p:cNvPr id="13" name="Picture 12">
            <a:extLst>
              <a:ext uri="{FF2B5EF4-FFF2-40B4-BE49-F238E27FC236}">
                <a16:creationId xmlns:a16="http://schemas.microsoft.com/office/drawing/2014/main" id="{34C7F7D8-7579-4E24-8528-196A41C98BA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008722" y="530167"/>
            <a:ext cx="5415432" cy="3230949"/>
          </a:xfrm>
          <a:prstGeom prst="rect">
            <a:avLst/>
          </a:prstGeom>
        </p:spPr>
      </p:pic>
      <p:sp>
        <p:nvSpPr>
          <p:cNvPr id="14" name="TextBox 13">
            <a:extLst>
              <a:ext uri="{FF2B5EF4-FFF2-40B4-BE49-F238E27FC236}">
                <a16:creationId xmlns:a16="http://schemas.microsoft.com/office/drawing/2014/main" id="{CA34A274-5DC1-4485-9EFF-999611644469}"/>
              </a:ext>
            </a:extLst>
          </p:cNvPr>
          <p:cNvSpPr txBox="1"/>
          <p:nvPr/>
        </p:nvSpPr>
        <p:spPr>
          <a:xfrm>
            <a:off x="2182480" y="160835"/>
            <a:ext cx="2147979" cy="369332"/>
          </a:xfrm>
          <a:prstGeom prst="rect">
            <a:avLst/>
          </a:prstGeom>
          <a:noFill/>
        </p:spPr>
        <p:txBody>
          <a:bodyPr wrap="square" rtlCol="1">
            <a:spAutoFit/>
          </a:bodyPr>
          <a:lstStyle/>
          <a:p>
            <a:r>
              <a:rPr lang="en-US" dirty="0"/>
              <a:t>Sony Vegas Pro</a:t>
            </a:r>
            <a:endParaRPr lang="fa-IR" dirty="0"/>
          </a:p>
        </p:txBody>
      </p:sp>
      <p:sp>
        <p:nvSpPr>
          <p:cNvPr id="16" name="TextBox 15">
            <a:extLst>
              <a:ext uri="{FF2B5EF4-FFF2-40B4-BE49-F238E27FC236}">
                <a16:creationId xmlns:a16="http://schemas.microsoft.com/office/drawing/2014/main" id="{47F2EBCF-21BB-427C-AE50-2912132CB5B7}"/>
              </a:ext>
            </a:extLst>
          </p:cNvPr>
          <p:cNvSpPr txBox="1"/>
          <p:nvPr/>
        </p:nvSpPr>
        <p:spPr>
          <a:xfrm>
            <a:off x="8082119" y="160835"/>
            <a:ext cx="1268638" cy="369332"/>
          </a:xfrm>
          <a:prstGeom prst="rect">
            <a:avLst/>
          </a:prstGeom>
          <a:noFill/>
        </p:spPr>
        <p:txBody>
          <a:bodyPr wrap="square" rtlCol="1">
            <a:spAutoFit/>
          </a:bodyPr>
          <a:lstStyle/>
          <a:p>
            <a:r>
              <a:rPr lang="en-US" dirty="0"/>
              <a:t>Camtasia </a:t>
            </a:r>
            <a:endParaRPr lang="fa-IR" dirty="0"/>
          </a:p>
        </p:txBody>
      </p:sp>
      <p:sp>
        <p:nvSpPr>
          <p:cNvPr id="17" name="TextBox 16">
            <a:extLst>
              <a:ext uri="{FF2B5EF4-FFF2-40B4-BE49-F238E27FC236}">
                <a16:creationId xmlns:a16="http://schemas.microsoft.com/office/drawing/2014/main" id="{EF728CF5-CCD7-4280-8E02-1229523E9B3F}"/>
              </a:ext>
            </a:extLst>
          </p:cNvPr>
          <p:cNvSpPr txBox="1"/>
          <p:nvPr/>
        </p:nvSpPr>
        <p:spPr>
          <a:xfrm>
            <a:off x="2182480" y="3771347"/>
            <a:ext cx="7746524" cy="369332"/>
          </a:xfrm>
          <a:prstGeom prst="rect">
            <a:avLst/>
          </a:prstGeom>
          <a:noFill/>
        </p:spPr>
        <p:txBody>
          <a:bodyPr wrap="square" rtlCol="1">
            <a:spAutoFit/>
          </a:bodyPr>
          <a:lstStyle/>
          <a:p>
            <a:pPr algn="ctr"/>
            <a:r>
              <a:rPr lang="en-US" dirty="0"/>
              <a:t>Adobe Premiere Pro</a:t>
            </a:r>
            <a:endParaRPr lang="fa-IR" dirty="0"/>
          </a:p>
        </p:txBody>
      </p:sp>
    </p:spTree>
    <p:extLst>
      <p:ext uri="{BB962C8B-B14F-4D97-AF65-F5344CB8AC3E}">
        <p14:creationId xmlns:p14="http://schemas.microsoft.com/office/powerpoint/2010/main" val="170204341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B7B221-F64F-4A74-9445-6F1DE967FA07}"/>
              </a:ext>
            </a:extLst>
          </p:cNvPr>
          <p:cNvSpPr>
            <a:spLocks noGrp="1"/>
          </p:cNvSpPr>
          <p:nvPr>
            <p:ph type="ctrTitle"/>
          </p:nvPr>
        </p:nvSpPr>
        <p:spPr>
          <a:xfrm>
            <a:off x="1053355" y="1145309"/>
            <a:ext cx="9356028" cy="1346221"/>
          </a:xfrm>
        </p:spPr>
        <p:txBody>
          <a:bodyPr numCol="1" anchor="t"/>
          <a:lstStyle/>
          <a:p>
            <a:pPr marL="571500" indent="-571500" algn="r">
              <a:buFont typeface="Wingdings" panose="05000000000000000000" pitchFamily="2" charset="2"/>
              <a:buChar char="Ø"/>
            </a:pPr>
            <a:r>
              <a:rPr lang="fa-IR" sz="4400" b="1" dirty="0">
                <a:effectLst>
                  <a:outerShdw blurRad="38100" dist="38100" dir="2700000" algn="tl">
                    <a:srgbClr val="000000">
                      <a:alpha val="43137"/>
                    </a:srgbClr>
                  </a:outerShdw>
                </a:effectLst>
              </a:rPr>
              <a:t>بهینه بودن محیط نرم افزار</a:t>
            </a:r>
          </a:p>
        </p:txBody>
      </p:sp>
      <p:sp>
        <p:nvSpPr>
          <p:cNvPr id="4" name="Subtitle 3">
            <a:extLst>
              <a:ext uri="{FF2B5EF4-FFF2-40B4-BE49-F238E27FC236}">
                <a16:creationId xmlns:a16="http://schemas.microsoft.com/office/drawing/2014/main" id="{F5FCB25A-16D4-4F03-9B17-0E454B5CEC9C}"/>
              </a:ext>
            </a:extLst>
          </p:cNvPr>
          <p:cNvSpPr>
            <a:spLocks noGrp="1"/>
          </p:cNvSpPr>
          <p:nvPr>
            <p:ph type="subTitle" idx="1"/>
          </p:nvPr>
        </p:nvSpPr>
        <p:spPr>
          <a:xfrm>
            <a:off x="4552950" y="2329481"/>
            <a:ext cx="5856433" cy="4528519"/>
          </a:xfrm>
        </p:spPr>
        <p:txBody>
          <a:bodyPr anchor="t">
            <a:normAutofit lnSpcReduction="10000"/>
          </a:bodyPr>
          <a:lstStyle/>
          <a:p>
            <a:pPr algn="r">
              <a:buClr>
                <a:schemeClr val="tx1"/>
              </a:buClr>
            </a:pPr>
            <a:r>
              <a:rPr lang="fa-IR" sz="2400" b="1" dirty="0">
                <a:solidFill>
                  <a:schemeClr val="tx1"/>
                </a:solidFill>
              </a:rPr>
              <a:t>با توجه به اینکه ابزار و وسایل مورد نیاز برای ویرایش، به درستی گروهبندی شده اند،پیدا کردن قابلیت یا وسیله ای که به آن نیاز داریم بسیار آسان تر میباشد. </a:t>
            </a:r>
            <a:br>
              <a:rPr lang="fa-IR" sz="2400" b="1" dirty="0">
                <a:solidFill>
                  <a:schemeClr val="tx1"/>
                </a:solidFill>
              </a:rPr>
            </a:br>
            <a:r>
              <a:rPr lang="fa-IR" sz="2400" b="1" dirty="0">
                <a:solidFill>
                  <a:schemeClr val="tx1"/>
                </a:solidFill>
              </a:rPr>
              <a:t>نوار عمودی رو به رو نوار قابلیت ها و ابزار است</a:t>
            </a:r>
            <a:br>
              <a:rPr lang="fa-IR" sz="2400" b="1" dirty="0">
                <a:solidFill>
                  <a:schemeClr val="tx1"/>
                </a:solidFill>
              </a:rPr>
            </a:br>
            <a:r>
              <a:rPr lang="fa-IR" sz="2400" b="1" dirty="0">
                <a:solidFill>
                  <a:schemeClr val="tx1"/>
                </a:solidFill>
              </a:rPr>
              <a:t>در حالی که نوار افقی پایین برای برش،اعمال قابلیت ها،</a:t>
            </a:r>
            <a:br>
              <a:rPr lang="fa-IR" sz="2400" b="1" dirty="0">
                <a:solidFill>
                  <a:schemeClr val="tx1"/>
                </a:solidFill>
              </a:rPr>
            </a:br>
            <a:r>
              <a:rPr lang="fa-IR" sz="2400" b="1" dirty="0">
                <a:solidFill>
                  <a:schemeClr val="tx1"/>
                </a:solidFill>
              </a:rPr>
              <a:t>مدیریت زمان و ترک ها استفاده میشود که با تبعیت از موقعیت فعلی اسلایدر که با فلش قرمز به آن اشاره شده  اعمال میشوند.</a:t>
            </a:r>
            <a:br>
              <a:rPr lang="fa-IR" sz="2400" b="1" dirty="0">
                <a:solidFill>
                  <a:schemeClr val="tx1"/>
                </a:solidFill>
              </a:rPr>
            </a:br>
            <a:br>
              <a:rPr lang="fa-IR" sz="2400" b="1" dirty="0">
                <a:solidFill>
                  <a:schemeClr val="tx1"/>
                </a:solidFill>
              </a:rPr>
            </a:br>
            <a:endParaRPr lang="fa-IR" sz="2400" b="1" dirty="0">
              <a:solidFill>
                <a:schemeClr val="tx1"/>
              </a:solidFill>
            </a:endParaRPr>
          </a:p>
          <a:p>
            <a:pPr algn="r">
              <a:buClr>
                <a:schemeClr val="tx1"/>
              </a:buClr>
            </a:pPr>
            <a:br>
              <a:rPr lang="fa-IR" sz="2800" b="1" dirty="0">
                <a:solidFill>
                  <a:schemeClr val="tx1"/>
                </a:solidFill>
              </a:rPr>
            </a:br>
            <a:endParaRPr lang="fa-IR" sz="2800" b="1" dirty="0">
              <a:solidFill>
                <a:schemeClr val="tx1"/>
              </a:solidFill>
            </a:endParaRPr>
          </a:p>
        </p:txBody>
      </p:sp>
      <p:pic>
        <p:nvPicPr>
          <p:cNvPr id="5" name="Picture 4">
            <a:extLst>
              <a:ext uri="{FF2B5EF4-FFF2-40B4-BE49-F238E27FC236}">
                <a16:creationId xmlns:a16="http://schemas.microsoft.com/office/drawing/2014/main" id="{4E2F63E3-0507-46E4-A5BF-A6ED4C14F3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00318" cy="6068272"/>
          </a:xfrm>
          <a:prstGeom prst="rect">
            <a:avLst/>
          </a:prstGeom>
        </p:spPr>
      </p:pic>
      <p:sp>
        <p:nvSpPr>
          <p:cNvPr id="8" name="TextBox 7">
            <a:extLst>
              <a:ext uri="{FF2B5EF4-FFF2-40B4-BE49-F238E27FC236}">
                <a16:creationId xmlns:a16="http://schemas.microsoft.com/office/drawing/2014/main" id="{BFA7211A-CB8D-430C-89C5-682C594BC16B}"/>
              </a:ext>
            </a:extLst>
          </p:cNvPr>
          <p:cNvSpPr txBox="1"/>
          <p:nvPr/>
        </p:nvSpPr>
        <p:spPr>
          <a:xfrm>
            <a:off x="1295399" y="430824"/>
            <a:ext cx="6238708" cy="276999"/>
          </a:xfrm>
          <a:prstGeom prst="rect">
            <a:avLst/>
          </a:prstGeom>
          <a:noFill/>
        </p:spPr>
        <p:txBody>
          <a:bodyPr wrap="square" rtlCol="1">
            <a:spAutoFit/>
          </a:bodyPr>
          <a:lstStyle/>
          <a:p>
            <a:r>
              <a:rPr lang="fa-IR" sz="1200" b="1" dirty="0"/>
              <a:t> محل </a:t>
            </a:r>
            <a:r>
              <a:rPr lang="fa-IR" sz="1200" b="1" dirty="0">
                <a:solidFill>
                  <a:schemeClr val="tx1"/>
                </a:solidFill>
              </a:rPr>
              <a:t>فایل های صوتی و تصویری مورد نیازمان که وارد کرده ایم</a:t>
            </a:r>
            <a:endParaRPr lang="fa-IR" sz="1200" dirty="0"/>
          </a:p>
        </p:txBody>
      </p:sp>
      <p:sp>
        <p:nvSpPr>
          <p:cNvPr id="9" name="TextBox 8">
            <a:extLst>
              <a:ext uri="{FF2B5EF4-FFF2-40B4-BE49-F238E27FC236}">
                <a16:creationId xmlns:a16="http://schemas.microsoft.com/office/drawing/2014/main" id="{975750EA-6D23-40CE-BA7B-B55ACC50D052}"/>
              </a:ext>
            </a:extLst>
          </p:cNvPr>
          <p:cNvSpPr txBox="1"/>
          <p:nvPr/>
        </p:nvSpPr>
        <p:spPr>
          <a:xfrm>
            <a:off x="1295399" y="907173"/>
            <a:ext cx="8001001" cy="276999"/>
          </a:xfrm>
          <a:prstGeom prst="rect">
            <a:avLst/>
          </a:prstGeom>
          <a:noFill/>
        </p:spPr>
        <p:txBody>
          <a:bodyPr wrap="square" rtlCol="1">
            <a:spAutoFit/>
          </a:bodyPr>
          <a:lstStyle/>
          <a:p>
            <a:pPr marR="0" lvl="0" defTabSz="457189" rtl="1" eaLnBrk="1" fontAlgn="auto" latinLnBrk="0" hangingPunct="1">
              <a:lnSpc>
                <a:spcPct val="100000"/>
              </a:lnSpc>
              <a:spcBef>
                <a:spcPts val="1000"/>
              </a:spcBef>
              <a:spcAft>
                <a:spcPts val="0"/>
              </a:spcAft>
              <a:buClr>
                <a:prstClr val="black"/>
              </a:buClr>
              <a:buSzPct val="80000"/>
              <a:tabLst/>
              <a:defRPr/>
            </a:pPr>
            <a:r>
              <a:rPr kumimoji="0" lang="fa-IR" sz="12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تعداد زیادی آیکون،</a:t>
            </a:r>
            <a:r>
              <a:rPr kumimoji="0" lang="en-US" sz="1200" b="1" i="0" u="none" strike="noStrike" kern="1200" cap="all" spc="0" normalizeH="0" baseline="0" noProof="0" dirty="0">
                <a:ln>
                  <a:noFill/>
                </a:ln>
                <a:solidFill>
                  <a:prstClr val="black"/>
                </a:solidFill>
                <a:effectLst/>
                <a:uLnTx/>
                <a:uFillTx/>
                <a:latin typeface="Century Gothic" panose="020B0502020202020204"/>
                <a:ea typeface="+mj-ea"/>
                <a:cs typeface="+mj-cs"/>
              </a:rPr>
              <a:t>Intro</a:t>
            </a:r>
            <a:r>
              <a:rPr kumimoji="0" lang="fa-IR" sz="12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و موسیقی های آماده</a:t>
            </a:r>
          </a:p>
        </p:txBody>
      </p:sp>
      <p:sp>
        <p:nvSpPr>
          <p:cNvPr id="10" name="TextBox 9">
            <a:extLst>
              <a:ext uri="{FF2B5EF4-FFF2-40B4-BE49-F238E27FC236}">
                <a16:creationId xmlns:a16="http://schemas.microsoft.com/office/drawing/2014/main" id="{70557FF1-7658-4D9B-86E4-84CFE329EE5E}"/>
              </a:ext>
            </a:extLst>
          </p:cNvPr>
          <p:cNvSpPr txBox="1"/>
          <p:nvPr/>
        </p:nvSpPr>
        <p:spPr>
          <a:xfrm>
            <a:off x="1295399" y="1316987"/>
            <a:ext cx="3714583" cy="276999"/>
          </a:xfrm>
          <a:prstGeom prst="rect">
            <a:avLst/>
          </a:prstGeom>
          <a:noFill/>
        </p:spPr>
        <p:txBody>
          <a:bodyPr wrap="square" rtlCol="1">
            <a:spAutoFit/>
          </a:bodyPr>
          <a:lstStyle/>
          <a:p>
            <a:r>
              <a:rPr kumimoji="0" lang="fa-IR" sz="12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تعداد بسیار زیادی شکل هندسی و کادر برای نوشتن پیام</a:t>
            </a:r>
            <a:endParaRPr lang="fa-IR" sz="1400" dirty="0"/>
          </a:p>
        </p:txBody>
      </p:sp>
      <p:sp>
        <p:nvSpPr>
          <p:cNvPr id="11" name="TextBox 10">
            <a:extLst>
              <a:ext uri="{FF2B5EF4-FFF2-40B4-BE49-F238E27FC236}">
                <a16:creationId xmlns:a16="http://schemas.microsoft.com/office/drawing/2014/main" id="{29C6BEA3-E52E-457A-B157-ADAE0F352468}"/>
              </a:ext>
            </a:extLst>
          </p:cNvPr>
          <p:cNvSpPr txBox="1"/>
          <p:nvPr/>
        </p:nvSpPr>
        <p:spPr>
          <a:xfrm>
            <a:off x="1295399" y="1760590"/>
            <a:ext cx="3343276" cy="276999"/>
          </a:xfrm>
          <a:prstGeom prst="rect">
            <a:avLst/>
          </a:prstGeom>
          <a:noFill/>
        </p:spPr>
        <p:txBody>
          <a:bodyPr wrap="square" rtlCol="1">
            <a:spAutoFit/>
          </a:bodyPr>
          <a:lstStyle/>
          <a:p>
            <a:r>
              <a:rPr kumimoji="0" lang="fa-IR" sz="12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انیمیشن های متنوعی برای متصل کردن فای های تصویری</a:t>
            </a:r>
            <a:endParaRPr lang="fa-IR" sz="1400" dirty="0"/>
          </a:p>
        </p:txBody>
      </p:sp>
      <p:sp>
        <p:nvSpPr>
          <p:cNvPr id="12" name="TextBox 11">
            <a:extLst>
              <a:ext uri="{FF2B5EF4-FFF2-40B4-BE49-F238E27FC236}">
                <a16:creationId xmlns:a16="http://schemas.microsoft.com/office/drawing/2014/main" id="{1FF260A8-6A17-4EA7-9FB1-2E90C4CDF71F}"/>
              </a:ext>
            </a:extLst>
          </p:cNvPr>
          <p:cNvSpPr txBox="1"/>
          <p:nvPr/>
        </p:nvSpPr>
        <p:spPr>
          <a:xfrm>
            <a:off x="1295399" y="2204193"/>
            <a:ext cx="3714583" cy="276999"/>
          </a:xfrm>
          <a:prstGeom prst="rect">
            <a:avLst/>
          </a:prstGeom>
          <a:noFill/>
        </p:spPr>
        <p:txBody>
          <a:bodyPr wrap="square" rtlCol="1">
            <a:spAutoFit/>
          </a:bodyPr>
          <a:lstStyle/>
          <a:p>
            <a:r>
              <a:rPr kumimoji="0" lang="fa-IR" sz="12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تعدادی حالت رفتاری مختلف قابل اجرا بر روی فایل های تصویری</a:t>
            </a:r>
            <a:endParaRPr lang="fa-IR" sz="1400" dirty="0"/>
          </a:p>
        </p:txBody>
      </p:sp>
      <p:sp>
        <p:nvSpPr>
          <p:cNvPr id="13" name="TextBox 12">
            <a:extLst>
              <a:ext uri="{FF2B5EF4-FFF2-40B4-BE49-F238E27FC236}">
                <a16:creationId xmlns:a16="http://schemas.microsoft.com/office/drawing/2014/main" id="{C424D28C-35F4-4C9B-BE57-27573150FB22}"/>
              </a:ext>
            </a:extLst>
          </p:cNvPr>
          <p:cNvSpPr txBox="1"/>
          <p:nvPr/>
        </p:nvSpPr>
        <p:spPr>
          <a:xfrm>
            <a:off x="1295399" y="2565801"/>
            <a:ext cx="3409951" cy="461665"/>
          </a:xfrm>
          <a:prstGeom prst="rect">
            <a:avLst/>
          </a:prstGeom>
          <a:noFill/>
        </p:spPr>
        <p:txBody>
          <a:bodyPr wrap="square" rtlCol="1">
            <a:spAutoFit/>
          </a:bodyPr>
          <a:lstStyle/>
          <a:p>
            <a:r>
              <a:rPr kumimoji="0" lang="fa-IR" sz="12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تعدادی انیمیشن برای نشان دادن تغییر حالت و مکان،اشکال،آیکون ها و همه فایل های تصویری</a:t>
            </a:r>
            <a:endParaRPr lang="fa-IR" sz="1400" dirty="0"/>
          </a:p>
        </p:txBody>
      </p:sp>
      <p:sp>
        <p:nvSpPr>
          <p:cNvPr id="14" name="TextBox 13">
            <a:extLst>
              <a:ext uri="{FF2B5EF4-FFF2-40B4-BE49-F238E27FC236}">
                <a16:creationId xmlns:a16="http://schemas.microsoft.com/office/drawing/2014/main" id="{CBC27ACA-1ED8-4DE4-9102-71D1987D3589}"/>
              </a:ext>
            </a:extLst>
          </p:cNvPr>
          <p:cNvSpPr txBox="1"/>
          <p:nvPr/>
        </p:nvSpPr>
        <p:spPr>
          <a:xfrm>
            <a:off x="1295399" y="3552825"/>
            <a:ext cx="3257551" cy="276999"/>
          </a:xfrm>
          <a:prstGeom prst="rect">
            <a:avLst/>
          </a:prstGeom>
          <a:noFill/>
        </p:spPr>
        <p:txBody>
          <a:bodyPr wrap="square" rtlCol="1">
            <a:spAutoFit/>
          </a:bodyPr>
          <a:lstStyle/>
          <a:p>
            <a:r>
              <a:rPr kumimoji="0" lang="fa-IR" sz="12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مربوط به ظبط صدا با میکروفن</a:t>
            </a:r>
            <a:endParaRPr lang="fa-IR" sz="1400" dirty="0"/>
          </a:p>
        </p:txBody>
      </p:sp>
      <p:sp>
        <p:nvSpPr>
          <p:cNvPr id="15" name="TextBox 14">
            <a:extLst>
              <a:ext uri="{FF2B5EF4-FFF2-40B4-BE49-F238E27FC236}">
                <a16:creationId xmlns:a16="http://schemas.microsoft.com/office/drawing/2014/main" id="{07034B0D-712D-41C5-BFD5-DF588A80A55E}"/>
              </a:ext>
            </a:extLst>
          </p:cNvPr>
          <p:cNvSpPr txBox="1"/>
          <p:nvPr/>
        </p:nvSpPr>
        <p:spPr>
          <a:xfrm>
            <a:off x="1295399" y="3955073"/>
            <a:ext cx="1676401" cy="276999"/>
          </a:xfrm>
          <a:prstGeom prst="rect">
            <a:avLst/>
          </a:prstGeom>
          <a:noFill/>
        </p:spPr>
        <p:txBody>
          <a:bodyPr wrap="square" rtlCol="1">
            <a:spAutoFit/>
          </a:bodyPr>
          <a:lstStyle/>
          <a:p>
            <a:r>
              <a:rPr lang="fa-IR" sz="1200" b="1" dirty="0"/>
              <a:t>افکت های صوتی </a:t>
            </a:r>
          </a:p>
        </p:txBody>
      </p:sp>
      <p:sp>
        <p:nvSpPr>
          <p:cNvPr id="16" name="TextBox 15">
            <a:extLst>
              <a:ext uri="{FF2B5EF4-FFF2-40B4-BE49-F238E27FC236}">
                <a16:creationId xmlns:a16="http://schemas.microsoft.com/office/drawing/2014/main" id="{0047A7B2-CA40-4E45-AB4B-04927A81BC4F}"/>
              </a:ext>
            </a:extLst>
          </p:cNvPr>
          <p:cNvSpPr txBox="1"/>
          <p:nvPr/>
        </p:nvSpPr>
        <p:spPr>
          <a:xfrm>
            <a:off x="1295399" y="3081874"/>
            <a:ext cx="2581276" cy="276999"/>
          </a:xfrm>
          <a:prstGeom prst="rect">
            <a:avLst/>
          </a:prstGeom>
          <a:noFill/>
        </p:spPr>
        <p:txBody>
          <a:bodyPr wrap="square" rtlCol="1">
            <a:spAutoFit/>
          </a:bodyPr>
          <a:lstStyle/>
          <a:p>
            <a:r>
              <a:rPr lang="fa-IR" sz="1200" b="1" dirty="0"/>
              <a:t>افکت های مربوط به اشاره گر موس</a:t>
            </a:r>
          </a:p>
        </p:txBody>
      </p:sp>
      <p:sp>
        <p:nvSpPr>
          <p:cNvPr id="17" name="TextBox 16">
            <a:extLst>
              <a:ext uri="{FF2B5EF4-FFF2-40B4-BE49-F238E27FC236}">
                <a16:creationId xmlns:a16="http://schemas.microsoft.com/office/drawing/2014/main" id="{EA231430-9C32-4AB2-B41B-CCFABCD173CA}"/>
              </a:ext>
            </a:extLst>
          </p:cNvPr>
          <p:cNvSpPr txBox="1"/>
          <p:nvPr/>
        </p:nvSpPr>
        <p:spPr>
          <a:xfrm>
            <a:off x="1295399" y="4388735"/>
            <a:ext cx="1295401" cy="276999"/>
          </a:xfrm>
          <a:prstGeom prst="rect">
            <a:avLst/>
          </a:prstGeom>
          <a:noFill/>
        </p:spPr>
        <p:txBody>
          <a:bodyPr wrap="square" rtlCol="1">
            <a:spAutoFit/>
          </a:bodyPr>
          <a:lstStyle/>
          <a:p>
            <a:r>
              <a:rPr lang="fa-IR" sz="1200" b="1" dirty="0"/>
              <a:t>افکت های تصویری</a:t>
            </a:r>
          </a:p>
        </p:txBody>
      </p:sp>
      <p:sp>
        <p:nvSpPr>
          <p:cNvPr id="18" name="TextBox 17">
            <a:extLst>
              <a:ext uri="{FF2B5EF4-FFF2-40B4-BE49-F238E27FC236}">
                <a16:creationId xmlns:a16="http://schemas.microsoft.com/office/drawing/2014/main" id="{E02F41FD-2F19-43B1-9CEC-9B4542AB1DD6}"/>
              </a:ext>
            </a:extLst>
          </p:cNvPr>
          <p:cNvSpPr txBox="1"/>
          <p:nvPr/>
        </p:nvSpPr>
        <p:spPr>
          <a:xfrm>
            <a:off x="1295399" y="4840562"/>
            <a:ext cx="2286001" cy="276999"/>
          </a:xfrm>
          <a:prstGeom prst="rect">
            <a:avLst/>
          </a:prstGeom>
          <a:noFill/>
        </p:spPr>
        <p:txBody>
          <a:bodyPr wrap="square" rtlCol="1">
            <a:spAutoFit/>
          </a:bodyPr>
          <a:lstStyle/>
          <a:p>
            <a:r>
              <a:rPr lang="fa-IR" sz="1200" b="1" dirty="0"/>
              <a:t> افزایش میزان تعامل با محیط نرم افزار</a:t>
            </a:r>
            <a:endParaRPr lang="fa-IR" sz="1400" b="1" dirty="0"/>
          </a:p>
        </p:txBody>
      </p:sp>
      <p:sp>
        <p:nvSpPr>
          <p:cNvPr id="19" name="TextBox 18">
            <a:extLst>
              <a:ext uri="{FF2B5EF4-FFF2-40B4-BE49-F238E27FC236}">
                <a16:creationId xmlns:a16="http://schemas.microsoft.com/office/drawing/2014/main" id="{B2098705-5915-487F-922E-66B480AE26BA}"/>
              </a:ext>
            </a:extLst>
          </p:cNvPr>
          <p:cNvSpPr txBox="1"/>
          <p:nvPr/>
        </p:nvSpPr>
        <p:spPr>
          <a:xfrm>
            <a:off x="1295399" y="5249116"/>
            <a:ext cx="1295401" cy="276999"/>
          </a:xfrm>
          <a:prstGeom prst="rect">
            <a:avLst/>
          </a:prstGeom>
          <a:noFill/>
        </p:spPr>
        <p:txBody>
          <a:bodyPr wrap="square" rtlCol="1">
            <a:spAutoFit/>
          </a:bodyPr>
          <a:lstStyle/>
          <a:p>
            <a:r>
              <a:rPr lang="fa-IR" sz="1200" b="1" dirty="0"/>
              <a:t>زیرنویس</a:t>
            </a:r>
            <a:endParaRPr lang="fa-IR" b="1" dirty="0"/>
          </a:p>
        </p:txBody>
      </p:sp>
      <p:pic>
        <p:nvPicPr>
          <p:cNvPr id="21" name="Picture 20">
            <a:extLst>
              <a:ext uri="{FF2B5EF4-FFF2-40B4-BE49-F238E27FC236}">
                <a16:creationId xmlns:a16="http://schemas.microsoft.com/office/drawing/2014/main" id="{245E4CB0-D50A-4A6E-AAC8-831780B87C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852159"/>
            <a:ext cx="12192000" cy="1307197"/>
          </a:xfrm>
          <a:prstGeom prst="rect">
            <a:avLst/>
          </a:prstGeom>
        </p:spPr>
      </p:pic>
      <p:sp>
        <p:nvSpPr>
          <p:cNvPr id="31" name="Arrow: Left 30">
            <a:extLst>
              <a:ext uri="{FF2B5EF4-FFF2-40B4-BE49-F238E27FC236}">
                <a16:creationId xmlns:a16="http://schemas.microsoft.com/office/drawing/2014/main" id="{631A72CC-44B0-43D7-AC97-F594C8ABECC8}"/>
              </a:ext>
            </a:extLst>
          </p:cNvPr>
          <p:cNvSpPr/>
          <p:nvPr/>
        </p:nvSpPr>
        <p:spPr>
          <a:xfrm>
            <a:off x="676275" y="6014208"/>
            <a:ext cx="1914525" cy="243717"/>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Tree>
    <p:extLst>
      <p:ext uri="{BB962C8B-B14F-4D97-AF65-F5344CB8AC3E}">
        <p14:creationId xmlns:p14="http://schemas.microsoft.com/office/powerpoint/2010/main" val="3454129869"/>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B7B221-F64F-4A74-9445-6F1DE967FA07}"/>
              </a:ext>
            </a:extLst>
          </p:cNvPr>
          <p:cNvSpPr>
            <a:spLocks noGrp="1"/>
          </p:cNvSpPr>
          <p:nvPr>
            <p:ph type="ctrTitle"/>
          </p:nvPr>
        </p:nvSpPr>
        <p:spPr>
          <a:xfrm>
            <a:off x="1053355" y="1145309"/>
            <a:ext cx="9356028" cy="1346221"/>
          </a:xfrm>
        </p:spPr>
        <p:txBody>
          <a:bodyPr numCol="1" anchor="t"/>
          <a:lstStyle/>
          <a:p>
            <a:pPr marL="571500" indent="-571500" algn="r">
              <a:buFont typeface="Wingdings" panose="05000000000000000000" pitchFamily="2" charset="2"/>
              <a:buChar char="Ø"/>
            </a:pPr>
            <a:r>
              <a:rPr lang="fa-IR" sz="4400" b="1" dirty="0">
                <a:effectLst>
                  <a:outerShdw blurRad="38100" dist="38100" dir="2700000" algn="tl">
                    <a:srgbClr val="000000">
                      <a:alpha val="43137"/>
                    </a:srgbClr>
                  </a:outerShdw>
                </a:effectLst>
              </a:rPr>
              <a:t>بهینه بودن محیط نرم افزار</a:t>
            </a:r>
          </a:p>
        </p:txBody>
      </p:sp>
      <p:sp>
        <p:nvSpPr>
          <p:cNvPr id="4" name="Subtitle 3">
            <a:extLst>
              <a:ext uri="{FF2B5EF4-FFF2-40B4-BE49-F238E27FC236}">
                <a16:creationId xmlns:a16="http://schemas.microsoft.com/office/drawing/2014/main" id="{F5FCB25A-16D4-4F03-9B17-0E454B5CEC9C}"/>
              </a:ext>
            </a:extLst>
          </p:cNvPr>
          <p:cNvSpPr>
            <a:spLocks noGrp="1"/>
          </p:cNvSpPr>
          <p:nvPr>
            <p:ph type="subTitle" idx="1"/>
          </p:nvPr>
        </p:nvSpPr>
        <p:spPr>
          <a:xfrm>
            <a:off x="6048375" y="2329481"/>
            <a:ext cx="5429250" cy="4528519"/>
          </a:xfrm>
        </p:spPr>
        <p:txBody>
          <a:bodyPr anchor="t">
            <a:normAutofit/>
          </a:bodyPr>
          <a:lstStyle/>
          <a:p>
            <a:pPr algn="r">
              <a:buClr>
                <a:schemeClr val="tx1"/>
              </a:buClr>
            </a:pPr>
            <a:br>
              <a:rPr lang="fa-IR" sz="2800" b="1" dirty="0">
                <a:solidFill>
                  <a:schemeClr val="tx1"/>
                </a:solidFill>
              </a:rPr>
            </a:br>
            <a:r>
              <a:rPr lang="fa-IR" sz="2800" b="1" dirty="0">
                <a:solidFill>
                  <a:schemeClr val="tx1"/>
                </a:solidFill>
              </a:rPr>
              <a:t> همچنین با مراجعه به بخش بالای پنجره نمایش میتوان تنظیمات مربوط به رزولوشن نهاییَ،رنگ پس زمینه اصلی و فریم ریت  ویدیوی حاصل را عوض کرد.</a:t>
            </a:r>
          </a:p>
        </p:txBody>
      </p:sp>
      <p:pic>
        <p:nvPicPr>
          <p:cNvPr id="6" name="Picture 5">
            <a:extLst>
              <a:ext uri="{FF2B5EF4-FFF2-40B4-BE49-F238E27FC236}">
                <a16:creationId xmlns:a16="http://schemas.microsoft.com/office/drawing/2014/main" id="{5AC9561F-3D1C-49B7-AA3C-D64DB177B5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86779"/>
            <a:ext cx="6048375" cy="4366471"/>
          </a:xfrm>
          <a:prstGeom prst="rect">
            <a:avLst/>
          </a:prstGeom>
        </p:spPr>
      </p:pic>
    </p:spTree>
    <p:extLst>
      <p:ext uri="{BB962C8B-B14F-4D97-AF65-F5344CB8AC3E}">
        <p14:creationId xmlns:p14="http://schemas.microsoft.com/office/powerpoint/2010/main" val="4077682682"/>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B7B221-F64F-4A74-9445-6F1DE967FA07}"/>
              </a:ext>
            </a:extLst>
          </p:cNvPr>
          <p:cNvSpPr>
            <a:spLocks noGrp="1"/>
          </p:cNvSpPr>
          <p:nvPr>
            <p:ph type="ctrTitle"/>
          </p:nvPr>
        </p:nvSpPr>
        <p:spPr>
          <a:xfrm>
            <a:off x="1053355" y="1145309"/>
            <a:ext cx="9356028" cy="1346221"/>
          </a:xfrm>
        </p:spPr>
        <p:txBody>
          <a:bodyPr numCol="1" anchor="t"/>
          <a:lstStyle/>
          <a:p>
            <a:pPr algn="r"/>
            <a:r>
              <a:rPr lang="fa-IR" sz="4400" b="1" dirty="0">
                <a:effectLst>
                  <a:outerShdw blurRad="38100" dist="38100" dir="2700000" algn="tl">
                    <a:srgbClr val="000000">
                      <a:alpha val="43137"/>
                    </a:srgbClr>
                  </a:outerShdw>
                </a:effectLst>
              </a:rPr>
              <a:t>کاربردی ترین قابلیت های ویدیو ادیتور </a:t>
            </a:r>
            <a:r>
              <a:rPr lang="en-US" sz="4400" b="1" dirty="0">
                <a:effectLst>
                  <a:outerShdw blurRad="38100" dist="38100" dir="2700000" algn="tl">
                    <a:srgbClr val="000000">
                      <a:alpha val="43137"/>
                    </a:srgbClr>
                  </a:outerShdw>
                </a:effectLst>
              </a:rPr>
              <a:t>:Camtasia</a:t>
            </a:r>
            <a:endParaRPr lang="fa-IR" sz="4400" b="1" dirty="0">
              <a:effectLst>
                <a:outerShdw blurRad="38100" dist="38100" dir="2700000" algn="tl">
                  <a:srgbClr val="000000">
                    <a:alpha val="43137"/>
                  </a:srgbClr>
                </a:outerShdw>
              </a:effectLst>
            </a:endParaRPr>
          </a:p>
        </p:txBody>
      </p:sp>
      <p:sp>
        <p:nvSpPr>
          <p:cNvPr id="4" name="Subtitle 3">
            <a:extLst>
              <a:ext uri="{FF2B5EF4-FFF2-40B4-BE49-F238E27FC236}">
                <a16:creationId xmlns:a16="http://schemas.microsoft.com/office/drawing/2014/main" id="{F5FCB25A-16D4-4F03-9B17-0E454B5CEC9C}"/>
              </a:ext>
            </a:extLst>
          </p:cNvPr>
          <p:cNvSpPr>
            <a:spLocks noGrp="1"/>
          </p:cNvSpPr>
          <p:nvPr>
            <p:ph type="subTitle" idx="1"/>
          </p:nvPr>
        </p:nvSpPr>
        <p:spPr>
          <a:xfrm>
            <a:off x="1154955" y="2608975"/>
            <a:ext cx="9254428" cy="4249025"/>
          </a:xfrm>
        </p:spPr>
        <p:txBody>
          <a:bodyPr anchor="t">
            <a:normAutofit fontScale="77500" lnSpcReduction="20000"/>
          </a:bodyPr>
          <a:lstStyle/>
          <a:p>
            <a:pPr algn="r">
              <a:buClr>
                <a:schemeClr val="tx1"/>
              </a:buClr>
            </a:pPr>
            <a:r>
              <a:rPr lang="fa-IR" sz="2800" b="1" dirty="0">
                <a:solidFill>
                  <a:schemeClr val="tx1"/>
                </a:solidFill>
              </a:rPr>
              <a:t>علاوه بر</a:t>
            </a:r>
            <a:r>
              <a:rPr lang="en-US" sz="2800" b="1" dirty="0">
                <a:solidFill>
                  <a:schemeClr val="tx1"/>
                </a:solidFill>
              </a:rPr>
              <a:t>Transition</a:t>
            </a:r>
            <a:r>
              <a:rPr lang="fa-IR" sz="2800" b="1" dirty="0">
                <a:solidFill>
                  <a:schemeClr val="tx1"/>
                </a:solidFill>
              </a:rPr>
              <a:t> های متنوع ،قابلیت هایی ابتدایی مثل کم و زیاد کردن سرعت اجرای فایل های صوتی و تصویری (که در زبانه های </a:t>
            </a:r>
            <a:r>
              <a:rPr lang="en-US" sz="2800" b="1" dirty="0">
                <a:solidFill>
                  <a:schemeClr val="tx1"/>
                </a:solidFill>
              </a:rPr>
              <a:t>Visual Effects</a:t>
            </a:r>
            <a:r>
              <a:rPr lang="fa-IR" sz="2800" b="1" dirty="0">
                <a:solidFill>
                  <a:schemeClr val="tx1"/>
                </a:solidFill>
              </a:rPr>
              <a:t>و </a:t>
            </a:r>
            <a:r>
              <a:rPr lang="en-US" sz="2800" b="1" dirty="0">
                <a:solidFill>
                  <a:schemeClr val="tx1"/>
                </a:solidFill>
              </a:rPr>
              <a:t>Audio Effects</a:t>
            </a:r>
            <a:r>
              <a:rPr lang="fa-IR" sz="2800" b="1" dirty="0">
                <a:solidFill>
                  <a:schemeClr val="tx1"/>
                </a:solidFill>
              </a:rPr>
              <a:t> میتوان به آنها دسترسی داشت)، </a:t>
            </a:r>
            <a:r>
              <a:rPr lang="en-US" sz="2800" b="1" dirty="0">
                <a:solidFill>
                  <a:schemeClr val="tx1"/>
                </a:solidFill>
              </a:rPr>
              <a:t>Camtasia</a:t>
            </a:r>
            <a:r>
              <a:rPr lang="fa-IR" sz="2800" b="1" dirty="0">
                <a:solidFill>
                  <a:schemeClr val="tx1"/>
                </a:solidFill>
              </a:rPr>
              <a:t> قابلیت های پیشرفته تری برای ویرایش عکس،ویدیو و صدا در اختیار کاربران قرار میدهد که به برخی از کاربردی ترین های  آنها که عبارتند از:</a:t>
            </a:r>
          </a:p>
          <a:p>
            <a:pPr marL="571500" indent="-571500" algn="r">
              <a:buClr>
                <a:schemeClr val="tx1"/>
              </a:buClr>
              <a:buFont typeface="Wingdings" panose="05000000000000000000" pitchFamily="2" charset="2"/>
              <a:buChar char="v"/>
            </a:pPr>
            <a:r>
              <a:rPr lang="fa-IR" sz="2800" b="1" dirty="0">
                <a:solidFill>
                  <a:srgbClr val="FF0000"/>
                </a:solidFill>
              </a:rPr>
              <a:t>قابلیت </a:t>
            </a:r>
            <a:r>
              <a:rPr lang="en-US" sz="2800" b="1" dirty="0">
                <a:solidFill>
                  <a:srgbClr val="FF0000"/>
                </a:solidFill>
              </a:rPr>
              <a:t>remove a color</a:t>
            </a:r>
            <a:r>
              <a:rPr lang="fa-IR" sz="2800" b="1" dirty="0">
                <a:solidFill>
                  <a:srgbClr val="FF0000"/>
                </a:solidFill>
              </a:rPr>
              <a:t>(هم در عکس و هم در ویدیو ها)</a:t>
            </a:r>
          </a:p>
          <a:p>
            <a:pPr marL="571500" indent="-571500" algn="r">
              <a:buClr>
                <a:schemeClr val="tx1"/>
              </a:buClr>
              <a:buFont typeface="Wingdings" panose="05000000000000000000" pitchFamily="2" charset="2"/>
              <a:buChar char="v"/>
            </a:pPr>
            <a:r>
              <a:rPr lang="fa-IR" sz="2800" b="1" dirty="0">
                <a:solidFill>
                  <a:srgbClr val="FF0000"/>
                </a:solidFill>
              </a:rPr>
              <a:t>ساخت </a:t>
            </a:r>
            <a:r>
              <a:rPr lang="en-US" sz="2800" b="1" dirty="0">
                <a:solidFill>
                  <a:srgbClr val="FF0000"/>
                </a:solidFill>
              </a:rPr>
              <a:t>Intro</a:t>
            </a:r>
            <a:r>
              <a:rPr lang="fa-IR" sz="2800" b="1" dirty="0">
                <a:solidFill>
                  <a:srgbClr val="FF0000"/>
                </a:solidFill>
              </a:rPr>
              <a:t>  و </a:t>
            </a:r>
            <a:r>
              <a:rPr lang="en-US" sz="2800" b="1" dirty="0">
                <a:solidFill>
                  <a:srgbClr val="FF0000"/>
                </a:solidFill>
              </a:rPr>
              <a:t>lower third</a:t>
            </a:r>
            <a:r>
              <a:rPr lang="fa-IR" sz="2800" b="1" dirty="0">
                <a:solidFill>
                  <a:srgbClr val="FF0000"/>
                </a:solidFill>
              </a:rPr>
              <a:t> با لوگوی شخص محتوا ساز</a:t>
            </a:r>
          </a:p>
          <a:p>
            <a:pPr marL="571500" indent="-571500" algn="r">
              <a:buClr>
                <a:schemeClr val="tx1"/>
              </a:buClr>
              <a:buFont typeface="Wingdings" panose="05000000000000000000" pitchFamily="2" charset="2"/>
              <a:buChar char="v"/>
            </a:pPr>
            <a:r>
              <a:rPr lang="fa-IR" sz="2800" b="1" dirty="0">
                <a:solidFill>
                  <a:srgbClr val="FF0000"/>
                </a:solidFill>
              </a:rPr>
              <a:t>قابلیت جداسازی یک فریم دلخواه از ویدیو و اعمال تغییرات روی آن</a:t>
            </a:r>
          </a:p>
          <a:p>
            <a:pPr marL="571500" indent="-571500" algn="r">
              <a:buClr>
                <a:schemeClr val="tx1"/>
              </a:buClr>
              <a:buFont typeface="Wingdings" panose="05000000000000000000" pitchFamily="2" charset="2"/>
              <a:buChar char="v"/>
            </a:pPr>
            <a:br>
              <a:rPr lang="fa-IR" sz="2800" b="1" dirty="0">
                <a:solidFill>
                  <a:srgbClr val="FF0000"/>
                </a:solidFill>
              </a:rPr>
            </a:br>
            <a:endParaRPr lang="fa-IR" sz="2800" b="1" dirty="0">
              <a:solidFill>
                <a:srgbClr val="FF0000"/>
              </a:solidFill>
            </a:endParaRPr>
          </a:p>
          <a:p>
            <a:pPr marL="571500" indent="-571500" algn="r">
              <a:buClr>
                <a:schemeClr val="tx1"/>
              </a:buClr>
              <a:buFont typeface="Wingdings" panose="05000000000000000000" pitchFamily="2" charset="2"/>
              <a:buChar char="v"/>
            </a:pPr>
            <a:endParaRPr lang="fa-IR" sz="2800" b="1" dirty="0">
              <a:solidFill>
                <a:srgbClr val="FF0000"/>
              </a:solidFill>
            </a:endParaRPr>
          </a:p>
          <a:p>
            <a:pPr algn="r">
              <a:buClr>
                <a:schemeClr val="tx1"/>
              </a:buClr>
            </a:pPr>
            <a:r>
              <a:rPr lang="fa-IR" sz="2800" b="1" dirty="0">
                <a:solidFill>
                  <a:schemeClr val="tx1"/>
                </a:solidFill>
              </a:rPr>
              <a:t>میپردازیم.</a:t>
            </a:r>
          </a:p>
          <a:p>
            <a:pPr algn="r">
              <a:buClr>
                <a:schemeClr val="tx1"/>
              </a:buClr>
            </a:pPr>
            <a:endParaRPr lang="fa-IR" sz="2800" b="1" dirty="0">
              <a:solidFill>
                <a:srgbClr val="FF0000"/>
              </a:solidFill>
            </a:endParaRPr>
          </a:p>
          <a:p>
            <a:pPr marL="571500" indent="-571500" algn="r">
              <a:buClr>
                <a:schemeClr val="tx1"/>
              </a:buClr>
              <a:buFont typeface="Wingdings" panose="05000000000000000000" pitchFamily="2" charset="2"/>
              <a:buChar char="v"/>
            </a:pPr>
            <a:endParaRPr lang="fa-IR" sz="2800" b="1" dirty="0">
              <a:solidFill>
                <a:schemeClr val="tx1"/>
              </a:solidFill>
            </a:endParaRPr>
          </a:p>
        </p:txBody>
      </p:sp>
    </p:spTree>
    <p:extLst>
      <p:ext uri="{BB962C8B-B14F-4D97-AF65-F5344CB8AC3E}">
        <p14:creationId xmlns:p14="http://schemas.microsoft.com/office/powerpoint/2010/main" val="137632813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B7B221-F64F-4A74-9445-6F1DE967FA07}"/>
              </a:ext>
            </a:extLst>
          </p:cNvPr>
          <p:cNvSpPr>
            <a:spLocks noGrp="1"/>
          </p:cNvSpPr>
          <p:nvPr>
            <p:ph type="ctrTitle"/>
          </p:nvPr>
        </p:nvSpPr>
        <p:spPr>
          <a:xfrm>
            <a:off x="1053355" y="1145309"/>
            <a:ext cx="9356028" cy="1346221"/>
          </a:xfrm>
        </p:spPr>
        <p:txBody>
          <a:bodyPr numCol="1" anchor="t"/>
          <a:lstStyle/>
          <a:p>
            <a:pPr marL="571500" indent="-571500" algn="r">
              <a:buFont typeface="Wingdings" panose="05000000000000000000" pitchFamily="2" charset="2"/>
              <a:buChar char="Ø"/>
            </a:pPr>
            <a:r>
              <a:rPr kumimoji="0" lang="fa-IR" sz="4000" b="1" i="0" u="none" strike="noStrike" kern="1200" cap="none" spc="0" normalizeH="0" baseline="0" noProof="0" dirty="0">
                <a:ln>
                  <a:noFill/>
                </a:ln>
                <a:solidFill>
                  <a:srgbClr val="1E5155"/>
                </a:solidFill>
                <a:effectLst>
                  <a:outerShdw blurRad="38100" dist="38100" dir="2700000" algn="tl">
                    <a:srgbClr val="000000">
                      <a:alpha val="43137"/>
                    </a:srgbClr>
                  </a:outerShdw>
                </a:effectLst>
                <a:uLnTx/>
                <a:uFillTx/>
                <a:latin typeface="Century Gothic" panose="020B0502020202020204"/>
                <a:ea typeface="+mj-ea"/>
                <a:cs typeface="Times New Roman" panose="02020603050405020304" pitchFamily="18" charset="0"/>
              </a:rPr>
              <a:t>کاربردی ترین قابلیت های ویدیو ادیتور </a:t>
            </a:r>
            <a:r>
              <a:rPr kumimoji="0" lang="en-US" sz="4000" b="1" i="0" u="none" strike="noStrike" kern="1200" cap="none" spc="0" normalizeH="0" baseline="0" noProof="0" dirty="0">
                <a:ln>
                  <a:noFill/>
                </a:ln>
                <a:solidFill>
                  <a:srgbClr val="1E5155"/>
                </a:solidFill>
                <a:effectLst>
                  <a:outerShdw blurRad="38100" dist="38100" dir="2700000" algn="tl">
                    <a:srgbClr val="000000">
                      <a:alpha val="43137"/>
                    </a:srgbClr>
                  </a:outerShdw>
                </a:effectLst>
                <a:uLnTx/>
                <a:uFillTx/>
                <a:latin typeface="Century Gothic" panose="020B0502020202020204"/>
                <a:ea typeface="+mj-ea"/>
                <a:cs typeface="+mj-cs"/>
              </a:rPr>
              <a:t>:Camtasia</a:t>
            </a:r>
            <a:endParaRPr lang="fa-IR" sz="4000" b="1" dirty="0">
              <a:effectLst>
                <a:outerShdw blurRad="38100" dist="38100" dir="2700000" algn="tl">
                  <a:srgbClr val="000000">
                    <a:alpha val="43137"/>
                  </a:srgbClr>
                </a:outerShdw>
              </a:effectLst>
            </a:endParaRPr>
          </a:p>
        </p:txBody>
      </p:sp>
      <p:sp>
        <p:nvSpPr>
          <p:cNvPr id="4" name="Subtitle 3">
            <a:extLst>
              <a:ext uri="{FF2B5EF4-FFF2-40B4-BE49-F238E27FC236}">
                <a16:creationId xmlns:a16="http://schemas.microsoft.com/office/drawing/2014/main" id="{F5FCB25A-16D4-4F03-9B17-0E454B5CEC9C}"/>
              </a:ext>
            </a:extLst>
          </p:cNvPr>
          <p:cNvSpPr>
            <a:spLocks noGrp="1"/>
          </p:cNvSpPr>
          <p:nvPr>
            <p:ph type="subTitle" idx="1"/>
          </p:nvPr>
        </p:nvSpPr>
        <p:spPr>
          <a:xfrm>
            <a:off x="1154955" y="2491531"/>
            <a:ext cx="10360310" cy="4366470"/>
          </a:xfrm>
        </p:spPr>
        <p:txBody>
          <a:bodyPr anchor="t">
            <a:normAutofit lnSpcReduction="10000"/>
          </a:bodyPr>
          <a:lstStyle/>
          <a:p>
            <a:pPr marL="914389" lvl="1" indent="-457200" algn="r">
              <a:buClr>
                <a:schemeClr val="tx1"/>
              </a:buClr>
              <a:buFont typeface="Wingdings" panose="05000000000000000000" pitchFamily="2" charset="2"/>
              <a:buChar char="v"/>
            </a:pPr>
            <a:r>
              <a:rPr lang="fa-IR" sz="2600" b="1" dirty="0">
                <a:solidFill>
                  <a:srgbClr val="FF0000"/>
                </a:solidFill>
              </a:rPr>
              <a:t>قابلیت </a:t>
            </a:r>
            <a:r>
              <a:rPr lang="en-US" sz="2600" b="1" dirty="0">
                <a:solidFill>
                  <a:srgbClr val="FF0000"/>
                </a:solidFill>
              </a:rPr>
              <a:t>REMOVE A COLOR</a:t>
            </a:r>
            <a:r>
              <a:rPr lang="fa-IR" sz="2600" b="1" dirty="0">
                <a:solidFill>
                  <a:srgbClr val="FF0000"/>
                </a:solidFill>
              </a:rPr>
              <a:t>(هم در عکس و هم در ویدیو ها)</a:t>
            </a:r>
          </a:p>
          <a:p>
            <a:pPr algn="r">
              <a:buClr>
                <a:schemeClr val="tx1"/>
              </a:buClr>
            </a:pPr>
            <a:br>
              <a:rPr lang="fa-IR" sz="2400" b="1" dirty="0">
                <a:solidFill>
                  <a:schemeClr val="tx1"/>
                </a:solidFill>
              </a:rPr>
            </a:br>
            <a:br>
              <a:rPr lang="fa-IR" sz="2400" b="1" dirty="0">
                <a:solidFill>
                  <a:schemeClr val="tx1"/>
                </a:solidFill>
              </a:rPr>
            </a:br>
            <a:br>
              <a:rPr lang="fa-IR" sz="2400" b="1" dirty="0">
                <a:solidFill>
                  <a:schemeClr val="tx1"/>
                </a:solidFill>
              </a:rPr>
            </a:br>
            <a:br>
              <a:rPr lang="fa-IR" sz="2400" b="1" dirty="0">
                <a:solidFill>
                  <a:schemeClr val="tx1"/>
                </a:solidFill>
              </a:rPr>
            </a:br>
            <a:br>
              <a:rPr lang="fa-IR" sz="2400" b="1" dirty="0">
                <a:solidFill>
                  <a:schemeClr val="tx1"/>
                </a:solidFill>
              </a:rPr>
            </a:br>
            <a:br>
              <a:rPr lang="fa-IR" sz="2400" b="1" dirty="0">
                <a:solidFill>
                  <a:schemeClr val="tx1"/>
                </a:solidFill>
              </a:rPr>
            </a:br>
            <a:endParaRPr lang="fa-IR" sz="2400" b="1" dirty="0">
              <a:solidFill>
                <a:schemeClr val="tx1"/>
              </a:solidFill>
            </a:endParaRPr>
          </a:p>
          <a:p>
            <a:pPr algn="r">
              <a:buClr>
                <a:schemeClr val="tx1"/>
              </a:buClr>
            </a:pPr>
            <a:r>
              <a:rPr lang="fa-IR" sz="2400" b="1" dirty="0">
                <a:solidFill>
                  <a:schemeClr val="tx1"/>
                </a:solidFill>
              </a:rPr>
              <a:t>با کمک این قابلیت در زبانه </a:t>
            </a:r>
            <a:r>
              <a:rPr lang="en-US" sz="2400" b="1" dirty="0">
                <a:solidFill>
                  <a:schemeClr val="tx1"/>
                </a:solidFill>
              </a:rPr>
              <a:t>Visual Effects</a:t>
            </a:r>
            <a:r>
              <a:rPr lang="fa-IR" sz="2400" b="1" dirty="0">
                <a:solidFill>
                  <a:schemeClr val="tx1"/>
                </a:solidFill>
              </a:rPr>
              <a:t>شما میتوانید یک رنگ بخصوص را بطور کامل از یک فایل تصویری حذف کنید.این قابلیت که هدف اصلی آن برای تکنیک کروماکی بوده به شما کمک میکند تا تصویری بدون پس زمینه بدست آورید که بتوان آن را روی پس زمینه های دلخواه قرار داد.</a:t>
            </a:r>
          </a:p>
        </p:txBody>
      </p:sp>
      <p:sp>
        <p:nvSpPr>
          <p:cNvPr id="14" name="TextBox 13">
            <a:extLst>
              <a:ext uri="{FF2B5EF4-FFF2-40B4-BE49-F238E27FC236}">
                <a16:creationId xmlns:a16="http://schemas.microsoft.com/office/drawing/2014/main" id="{557BE1A1-6A4C-44DD-954B-090CC4574292}"/>
              </a:ext>
            </a:extLst>
          </p:cNvPr>
          <p:cNvSpPr txBox="1"/>
          <p:nvPr/>
        </p:nvSpPr>
        <p:spPr>
          <a:xfrm>
            <a:off x="1775657" y="2952103"/>
            <a:ext cx="312906" cy="369332"/>
          </a:xfrm>
          <a:prstGeom prst="rect">
            <a:avLst/>
          </a:prstGeom>
          <a:noFill/>
        </p:spPr>
        <p:txBody>
          <a:bodyPr wrap="none" rtlCol="1">
            <a:spAutoFit/>
          </a:bodyPr>
          <a:lstStyle/>
          <a:p>
            <a:r>
              <a:rPr lang="fa-IR" dirty="0"/>
              <a:t>1</a:t>
            </a:r>
          </a:p>
        </p:txBody>
      </p:sp>
      <p:sp>
        <p:nvSpPr>
          <p:cNvPr id="15" name="TextBox 14">
            <a:extLst>
              <a:ext uri="{FF2B5EF4-FFF2-40B4-BE49-F238E27FC236}">
                <a16:creationId xmlns:a16="http://schemas.microsoft.com/office/drawing/2014/main" id="{36DAABF3-7EE9-4C5F-B1F2-5477D7D3BA19}"/>
              </a:ext>
            </a:extLst>
          </p:cNvPr>
          <p:cNvSpPr txBox="1"/>
          <p:nvPr/>
        </p:nvSpPr>
        <p:spPr>
          <a:xfrm>
            <a:off x="5638800" y="2995612"/>
            <a:ext cx="914400" cy="914400"/>
          </a:xfrm>
          <a:prstGeom prst="rect">
            <a:avLst/>
          </a:prstGeom>
          <a:noFill/>
        </p:spPr>
        <p:txBody>
          <a:bodyPr wrap="square" rtlCol="1">
            <a:spAutoFit/>
          </a:bodyPr>
          <a:lstStyle/>
          <a:p>
            <a:endParaRPr lang="fa-IR" dirty="0"/>
          </a:p>
        </p:txBody>
      </p:sp>
      <p:sp>
        <p:nvSpPr>
          <p:cNvPr id="16" name="TextBox 15">
            <a:extLst>
              <a:ext uri="{FF2B5EF4-FFF2-40B4-BE49-F238E27FC236}">
                <a16:creationId xmlns:a16="http://schemas.microsoft.com/office/drawing/2014/main" id="{46741AE8-F574-4CE0-95D9-FADB3F38ADF0}"/>
              </a:ext>
            </a:extLst>
          </p:cNvPr>
          <p:cNvSpPr txBox="1"/>
          <p:nvPr/>
        </p:nvSpPr>
        <p:spPr>
          <a:xfrm>
            <a:off x="5672629" y="2947664"/>
            <a:ext cx="219075" cy="369332"/>
          </a:xfrm>
          <a:prstGeom prst="rect">
            <a:avLst/>
          </a:prstGeom>
          <a:noFill/>
        </p:spPr>
        <p:txBody>
          <a:bodyPr wrap="square" rtlCol="1">
            <a:spAutoFit/>
          </a:bodyPr>
          <a:lstStyle/>
          <a:p>
            <a:r>
              <a:rPr lang="fa-IR" dirty="0"/>
              <a:t>2</a:t>
            </a:r>
          </a:p>
        </p:txBody>
      </p:sp>
      <p:sp>
        <p:nvSpPr>
          <p:cNvPr id="17" name="TextBox 16">
            <a:extLst>
              <a:ext uri="{FF2B5EF4-FFF2-40B4-BE49-F238E27FC236}">
                <a16:creationId xmlns:a16="http://schemas.microsoft.com/office/drawing/2014/main" id="{F4C2D2DC-5223-454D-976C-F4F644BFFBA2}"/>
              </a:ext>
            </a:extLst>
          </p:cNvPr>
          <p:cNvSpPr txBox="1"/>
          <p:nvPr/>
        </p:nvSpPr>
        <p:spPr>
          <a:xfrm>
            <a:off x="9487206" y="2896123"/>
            <a:ext cx="312906" cy="369332"/>
          </a:xfrm>
          <a:prstGeom prst="rect">
            <a:avLst/>
          </a:prstGeom>
          <a:noFill/>
        </p:spPr>
        <p:txBody>
          <a:bodyPr wrap="none" rtlCol="1">
            <a:spAutoFit/>
          </a:bodyPr>
          <a:lstStyle/>
          <a:p>
            <a:r>
              <a:rPr lang="fa-IR" dirty="0"/>
              <a:t>3</a:t>
            </a:r>
          </a:p>
        </p:txBody>
      </p:sp>
      <p:sp>
        <p:nvSpPr>
          <p:cNvPr id="18" name="TextBox 17">
            <a:extLst>
              <a:ext uri="{FF2B5EF4-FFF2-40B4-BE49-F238E27FC236}">
                <a16:creationId xmlns:a16="http://schemas.microsoft.com/office/drawing/2014/main" id="{7DCC7B92-0B55-40ED-9691-A64894936AEA}"/>
              </a:ext>
            </a:extLst>
          </p:cNvPr>
          <p:cNvSpPr txBox="1"/>
          <p:nvPr/>
        </p:nvSpPr>
        <p:spPr>
          <a:xfrm>
            <a:off x="1775657" y="4950106"/>
            <a:ext cx="312906" cy="369332"/>
          </a:xfrm>
          <a:prstGeom prst="rect">
            <a:avLst/>
          </a:prstGeom>
          <a:noFill/>
        </p:spPr>
        <p:txBody>
          <a:bodyPr wrap="none" rtlCol="1">
            <a:spAutoFit/>
          </a:bodyPr>
          <a:lstStyle/>
          <a:p>
            <a:r>
              <a:rPr lang="fa-IR" dirty="0"/>
              <a:t>4</a:t>
            </a:r>
          </a:p>
        </p:txBody>
      </p:sp>
      <p:sp>
        <p:nvSpPr>
          <p:cNvPr id="19" name="TextBox 18">
            <a:extLst>
              <a:ext uri="{FF2B5EF4-FFF2-40B4-BE49-F238E27FC236}">
                <a16:creationId xmlns:a16="http://schemas.microsoft.com/office/drawing/2014/main" id="{54C683A6-4AA1-4ED5-B310-A569FC9CAB05}"/>
              </a:ext>
            </a:extLst>
          </p:cNvPr>
          <p:cNvSpPr txBox="1"/>
          <p:nvPr/>
        </p:nvSpPr>
        <p:spPr>
          <a:xfrm>
            <a:off x="5631677" y="4947203"/>
            <a:ext cx="312906" cy="369332"/>
          </a:xfrm>
          <a:prstGeom prst="rect">
            <a:avLst/>
          </a:prstGeom>
          <a:noFill/>
        </p:spPr>
        <p:txBody>
          <a:bodyPr wrap="none" rtlCol="1">
            <a:spAutoFit/>
          </a:bodyPr>
          <a:lstStyle/>
          <a:p>
            <a:r>
              <a:rPr lang="fa-IR" dirty="0"/>
              <a:t>5</a:t>
            </a:r>
          </a:p>
        </p:txBody>
      </p:sp>
      <p:pic>
        <p:nvPicPr>
          <p:cNvPr id="21" name="Picture 20">
            <a:extLst>
              <a:ext uri="{FF2B5EF4-FFF2-40B4-BE49-F238E27FC236}">
                <a16:creationId xmlns:a16="http://schemas.microsoft.com/office/drawing/2014/main" id="{27838C4E-6424-4B4D-8AC1-846EFFF7E2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414051" y="3312800"/>
            <a:ext cx="3686733" cy="1950006"/>
          </a:xfrm>
          <a:prstGeom prst="rect">
            <a:avLst/>
          </a:prstGeom>
        </p:spPr>
      </p:pic>
      <p:pic>
        <p:nvPicPr>
          <p:cNvPr id="23" name="Picture 22">
            <a:extLst>
              <a:ext uri="{FF2B5EF4-FFF2-40B4-BE49-F238E27FC236}">
                <a16:creationId xmlns:a16="http://schemas.microsoft.com/office/drawing/2014/main" id="{2555D3DD-98B5-4E0D-A590-009F74D4471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5205" y="3346723"/>
            <a:ext cx="3708315" cy="1989577"/>
          </a:xfrm>
          <a:prstGeom prst="rect">
            <a:avLst/>
          </a:prstGeom>
        </p:spPr>
      </p:pic>
      <p:pic>
        <p:nvPicPr>
          <p:cNvPr id="25" name="Picture 24">
            <a:extLst>
              <a:ext uri="{FF2B5EF4-FFF2-40B4-BE49-F238E27FC236}">
                <a16:creationId xmlns:a16="http://schemas.microsoft.com/office/drawing/2014/main" id="{79C84756-BB1A-44C8-974C-9A1EC35D034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997" y="3386294"/>
            <a:ext cx="4082677" cy="1950006"/>
          </a:xfrm>
          <a:prstGeom prst="rect">
            <a:avLst/>
          </a:prstGeom>
        </p:spPr>
      </p:pic>
    </p:spTree>
    <p:extLst>
      <p:ext uri="{BB962C8B-B14F-4D97-AF65-F5344CB8AC3E}">
        <p14:creationId xmlns:p14="http://schemas.microsoft.com/office/powerpoint/2010/main" val="1423481412"/>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B7B221-F64F-4A74-9445-6F1DE967FA07}"/>
              </a:ext>
            </a:extLst>
          </p:cNvPr>
          <p:cNvSpPr>
            <a:spLocks noGrp="1"/>
          </p:cNvSpPr>
          <p:nvPr>
            <p:ph type="ctrTitle"/>
          </p:nvPr>
        </p:nvSpPr>
        <p:spPr>
          <a:xfrm>
            <a:off x="1053355" y="1145309"/>
            <a:ext cx="9356028" cy="1346221"/>
          </a:xfrm>
        </p:spPr>
        <p:txBody>
          <a:bodyPr numCol="1" anchor="t"/>
          <a:lstStyle/>
          <a:p>
            <a:pPr marL="571500" indent="-571500" algn="r">
              <a:buFont typeface="Wingdings" panose="05000000000000000000" pitchFamily="2" charset="2"/>
              <a:buChar char="Ø"/>
            </a:pPr>
            <a:r>
              <a:rPr kumimoji="0" lang="fa-IR" sz="4000" b="1" i="0" u="none" strike="noStrike" kern="1200" cap="none" spc="0" normalizeH="0" baseline="0" noProof="0" dirty="0">
                <a:ln>
                  <a:noFill/>
                </a:ln>
                <a:solidFill>
                  <a:srgbClr val="1E5155"/>
                </a:solidFill>
                <a:effectLst>
                  <a:outerShdw blurRad="38100" dist="38100" dir="2700000" algn="tl">
                    <a:srgbClr val="000000">
                      <a:alpha val="43137"/>
                    </a:srgbClr>
                  </a:outerShdw>
                </a:effectLst>
                <a:uLnTx/>
                <a:uFillTx/>
                <a:latin typeface="Century Gothic" panose="020B0502020202020204"/>
                <a:ea typeface="+mj-ea"/>
                <a:cs typeface="Times New Roman" panose="02020603050405020304" pitchFamily="18" charset="0"/>
              </a:rPr>
              <a:t>کاربردی ترین قابلیت های ویدیو ادیتور </a:t>
            </a:r>
            <a:r>
              <a:rPr kumimoji="0" lang="en-US" sz="4000" b="1" i="0" u="none" strike="noStrike" kern="1200" cap="none" spc="0" normalizeH="0" baseline="0" noProof="0" dirty="0">
                <a:ln>
                  <a:noFill/>
                </a:ln>
                <a:solidFill>
                  <a:srgbClr val="1E5155"/>
                </a:solidFill>
                <a:effectLst>
                  <a:outerShdw blurRad="38100" dist="38100" dir="2700000" algn="tl">
                    <a:srgbClr val="000000">
                      <a:alpha val="43137"/>
                    </a:srgbClr>
                  </a:outerShdw>
                </a:effectLst>
                <a:uLnTx/>
                <a:uFillTx/>
                <a:latin typeface="Century Gothic" panose="020B0502020202020204"/>
                <a:ea typeface="+mj-ea"/>
                <a:cs typeface="+mj-cs"/>
              </a:rPr>
              <a:t>:Camtasia</a:t>
            </a:r>
            <a:endParaRPr lang="fa-IR" sz="4000" b="1" dirty="0">
              <a:effectLst>
                <a:outerShdw blurRad="38100" dist="38100" dir="2700000" algn="tl">
                  <a:srgbClr val="000000">
                    <a:alpha val="43137"/>
                  </a:srgbClr>
                </a:outerShdw>
              </a:effectLst>
            </a:endParaRPr>
          </a:p>
        </p:txBody>
      </p:sp>
      <p:sp>
        <p:nvSpPr>
          <p:cNvPr id="4" name="Subtitle 3">
            <a:extLst>
              <a:ext uri="{FF2B5EF4-FFF2-40B4-BE49-F238E27FC236}">
                <a16:creationId xmlns:a16="http://schemas.microsoft.com/office/drawing/2014/main" id="{F5FCB25A-16D4-4F03-9B17-0E454B5CEC9C}"/>
              </a:ext>
            </a:extLst>
          </p:cNvPr>
          <p:cNvSpPr>
            <a:spLocks noGrp="1"/>
          </p:cNvSpPr>
          <p:nvPr>
            <p:ph type="subTitle" idx="1"/>
          </p:nvPr>
        </p:nvSpPr>
        <p:spPr>
          <a:xfrm>
            <a:off x="1154954" y="2409825"/>
            <a:ext cx="9913095" cy="4448176"/>
          </a:xfrm>
        </p:spPr>
        <p:txBody>
          <a:bodyPr anchor="t">
            <a:normAutofit/>
          </a:bodyPr>
          <a:lstStyle/>
          <a:p>
            <a:pPr marL="457200" marR="0" lvl="0" indent="-457200" algn="r" defTabSz="457189" rtl="1" eaLnBrk="1" fontAlgn="auto" latinLnBrk="0" hangingPunct="1">
              <a:lnSpc>
                <a:spcPct val="100000"/>
              </a:lnSpc>
              <a:spcBef>
                <a:spcPts val="1000"/>
              </a:spcBef>
              <a:spcAft>
                <a:spcPts val="0"/>
              </a:spcAft>
              <a:buClr>
                <a:prstClr val="black"/>
              </a:buClr>
              <a:buSzPct val="80000"/>
              <a:buFont typeface="Wingdings" panose="05000000000000000000" pitchFamily="2" charset="2"/>
              <a:buChar char="v"/>
              <a:tabLst/>
              <a:defRPr/>
            </a:pPr>
            <a:r>
              <a:rPr kumimoji="0" lang="fa-IR" sz="2800" b="1" i="0" u="none" strike="noStrike" kern="1200" cap="all" spc="0" normalizeH="0" baseline="0" noProof="0" dirty="0">
                <a:ln>
                  <a:noFill/>
                </a:ln>
                <a:solidFill>
                  <a:srgbClr val="FF0000"/>
                </a:solidFill>
                <a:effectLst/>
                <a:uLnTx/>
                <a:uFillTx/>
                <a:latin typeface="Century Gothic" panose="020B0502020202020204"/>
                <a:ea typeface="+mj-ea"/>
                <a:cs typeface="Times New Roman" panose="02020603050405020304" pitchFamily="18" charset="0"/>
              </a:rPr>
              <a:t>ساخت </a:t>
            </a:r>
            <a:r>
              <a:rPr kumimoji="0" lang="en-US" sz="2800" b="1" i="0" u="none" strike="noStrike" kern="1200" cap="all" spc="0" normalizeH="0" baseline="0" noProof="0" dirty="0">
                <a:ln>
                  <a:noFill/>
                </a:ln>
                <a:solidFill>
                  <a:srgbClr val="FF0000"/>
                </a:solidFill>
                <a:effectLst/>
                <a:uLnTx/>
                <a:uFillTx/>
                <a:latin typeface="Century Gothic" panose="020B0502020202020204"/>
                <a:ea typeface="+mj-ea"/>
                <a:cs typeface="+mj-cs"/>
              </a:rPr>
              <a:t>Intro</a:t>
            </a:r>
            <a:r>
              <a:rPr kumimoji="0" lang="fa-IR" sz="2800" b="1" i="0" u="none" strike="noStrike" kern="1200" cap="all" spc="0" normalizeH="0" baseline="0" noProof="0" dirty="0">
                <a:ln>
                  <a:noFill/>
                </a:ln>
                <a:solidFill>
                  <a:srgbClr val="FF0000"/>
                </a:solidFill>
                <a:effectLst/>
                <a:uLnTx/>
                <a:uFillTx/>
                <a:latin typeface="Century Gothic" panose="020B0502020202020204"/>
                <a:ea typeface="+mj-ea"/>
                <a:cs typeface="Times New Roman" panose="02020603050405020304" pitchFamily="18" charset="0"/>
              </a:rPr>
              <a:t>  و </a:t>
            </a:r>
            <a:r>
              <a:rPr kumimoji="0" lang="en-US" sz="2800" b="1" i="0" u="none" strike="noStrike" kern="1200" cap="all" spc="0" normalizeH="0" baseline="0" noProof="0" dirty="0">
                <a:ln>
                  <a:noFill/>
                </a:ln>
                <a:solidFill>
                  <a:srgbClr val="FF0000"/>
                </a:solidFill>
                <a:effectLst/>
                <a:uLnTx/>
                <a:uFillTx/>
                <a:latin typeface="Century Gothic" panose="020B0502020202020204"/>
                <a:ea typeface="+mj-ea"/>
                <a:cs typeface="+mj-cs"/>
              </a:rPr>
              <a:t>lower third</a:t>
            </a:r>
            <a:r>
              <a:rPr kumimoji="0" lang="fa-IR" sz="2800" b="1" i="0" u="none" strike="noStrike" kern="1200" cap="all" spc="0" normalizeH="0" baseline="0" noProof="0" dirty="0">
                <a:ln>
                  <a:noFill/>
                </a:ln>
                <a:solidFill>
                  <a:srgbClr val="FF0000"/>
                </a:solidFill>
                <a:effectLst/>
                <a:uLnTx/>
                <a:uFillTx/>
                <a:latin typeface="Century Gothic" panose="020B0502020202020204"/>
                <a:ea typeface="+mj-ea"/>
                <a:cs typeface="Times New Roman" panose="02020603050405020304" pitchFamily="18" charset="0"/>
              </a:rPr>
              <a:t> با لوگوی شخص محتوا ساز</a:t>
            </a:r>
          </a:p>
          <a:p>
            <a:pPr marL="457200" indent="-457200" algn="r">
              <a:buClr>
                <a:schemeClr val="tx1"/>
              </a:buClr>
              <a:buFont typeface="Wingdings" panose="05000000000000000000" pitchFamily="2" charset="2"/>
              <a:buChar char="v"/>
            </a:pPr>
            <a:endParaRPr lang="fa-IR" sz="2800" b="1" dirty="0">
              <a:solidFill>
                <a:srgbClr val="FF0000"/>
              </a:solidFill>
            </a:endParaRPr>
          </a:p>
          <a:p>
            <a:pPr marL="457200" indent="-457200" algn="r">
              <a:buClr>
                <a:schemeClr val="tx1"/>
              </a:buClr>
              <a:buFont typeface="Wingdings" panose="05000000000000000000" pitchFamily="2" charset="2"/>
              <a:buChar char="v"/>
            </a:pPr>
            <a:endParaRPr lang="fa-IR" sz="2800" b="1" dirty="0">
              <a:solidFill>
                <a:srgbClr val="FF0000"/>
              </a:solidFill>
            </a:endParaRPr>
          </a:p>
          <a:p>
            <a:pPr marL="457200" indent="-457200" algn="r">
              <a:buClr>
                <a:schemeClr val="tx1"/>
              </a:buClr>
              <a:buFont typeface="Wingdings" panose="05000000000000000000" pitchFamily="2" charset="2"/>
              <a:buChar char="v"/>
            </a:pPr>
            <a:endParaRPr lang="fa-IR" sz="2800" b="1" dirty="0">
              <a:solidFill>
                <a:srgbClr val="FF0000"/>
              </a:solidFill>
            </a:endParaRPr>
          </a:p>
          <a:p>
            <a:pPr marL="457200" indent="-457200" algn="r">
              <a:buClr>
                <a:schemeClr val="tx1"/>
              </a:buClr>
              <a:buFont typeface="Wingdings" panose="05000000000000000000" pitchFamily="2" charset="2"/>
              <a:buChar char="v"/>
            </a:pPr>
            <a:endParaRPr lang="fa-IR" sz="2800" b="1" dirty="0">
              <a:solidFill>
                <a:srgbClr val="FF0000"/>
              </a:solidFill>
            </a:endParaRPr>
          </a:p>
        </p:txBody>
      </p:sp>
      <p:pic>
        <p:nvPicPr>
          <p:cNvPr id="7" name="Picture 6">
            <a:extLst>
              <a:ext uri="{FF2B5EF4-FFF2-40B4-BE49-F238E27FC236}">
                <a16:creationId xmlns:a16="http://schemas.microsoft.com/office/drawing/2014/main" id="{FFDD7C57-27D7-43CD-B92D-550944C76F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96965" y="2984235"/>
            <a:ext cx="3753571" cy="1735526"/>
          </a:xfrm>
          <a:prstGeom prst="rect">
            <a:avLst/>
          </a:prstGeom>
        </p:spPr>
      </p:pic>
      <p:pic>
        <p:nvPicPr>
          <p:cNvPr id="9" name="Picture 8">
            <a:extLst>
              <a:ext uri="{FF2B5EF4-FFF2-40B4-BE49-F238E27FC236}">
                <a16:creationId xmlns:a16="http://schemas.microsoft.com/office/drawing/2014/main" id="{790668ED-3ABF-4B71-951C-584A1FD9E1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21" y="2971800"/>
            <a:ext cx="3753571" cy="1747962"/>
          </a:xfrm>
          <a:prstGeom prst="rect">
            <a:avLst/>
          </a:prstGeom>
        </p:spPr>
      </p:pic>
      <p:pic>
        <p:nvPicPr>
          <p:cNvPr id="11" name="Picture 10">
            <a:extLst>
              <a:ext uri="{FF2B5EF4-FFF2-40B4-BE49-F238E27FC236}">
                <a16:creationId xmlns:a16="http://schemas.microsoft.com/office/drawing/2014/main" id="{439E85BB-D5C6-493B-8F2B-DE95DF5C7D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122474"/>
            <a:ext cx="3753571" cy="1735526"/>
          </a:xfrm>
          <a:prstGeom prst="rect">
            <a:avLst/>
          </a:prstGeom>
        </p:spPr>
      </p:pic>
      <p:pic>
        <p:nvPicPr>
          <p:cNvPr id="13" name="Picture 12">
            <a:extLst>
              <a:ext uri="{FF2B5EF4-FFF2-40B4-BE49-F238E27FC236}">
                <a16:creationId xmlns:a16="http://schemas.microsoft.com/office/drawing/2014/main" id="{4770CC8C-FD5A-47DA-A499-FC0D641B3A8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12948" y="5122474"/>
            <a:ext cx="3756453" cy="1735525"/>
          </a:xfrm>
          <a:prstGeom prst="rect">
            <a:avLst/>
          </a:prstGeom>
        </p:spPr>
      </p:pic>
      <p:pic>
        <p:nvPicPr>
          <p:cNvPr id="15" name="Picture 14">
            <a:extLst>
              <a:ext uri="{FF2B5EF4-FFF2-40B4-BE49-F238E27FC236}">
                <a16:creationId xmlns:a16="http://schemas.microsoft.com/office/drawing/2014/main" id="{8C1DB03B-A745-4BE4-95D1-235C0C69C5B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42349" y="2984235"/>
            <a:ext cx="3753571" cy="1769849"/>
          </a:xfrm>
          <a:prstGeom prst="rect">
            <a:avLst/>
          </a:prstGeom>
        </p:spPr>
      </p:pic>
      <p:sp>
        <p:nvSpPr>
          <p:cNvPr id="17" name="TextBox 16">
            <a:extLst>
              <a:ext uri="{FF2B5EF4-FFF2-40B4-BE49-F238E27FC236}">
                <a16:creationId xmlns:a16="http://schemas.microsoft.com/office/drawing/2014/main" id="{9F066D39-CC91-4F2D-8B0D-F699D54FD9D4}"/>
              </a:ext>
            </a:extLst>
          </p:cNvPr>
          <p:cNvSpPr txBox="1"/>
          <p:nvPr/>
        </p:nvSpPr>
        <p:spPr>
          <a:xfrm>
            <a:off x="7707543" y="5090413"/>
            <a:ext cx="4525481" cy="1815882"/>
          </a:xfrm>
          <a:prstGeom prst="rect">
            <a:avLst/>
          </a:prstGeom>
          <a:noFill/>
        </p:spPr>
        <p:txBody>
          <a:bodyPr wrap="square" rtlCol="1">
            <a:spAutoFit/>
          </a:bodyPr>
          <a:lstStyle/>
          <a:p>
            <a:pPr marL="0" marR="0" lvl="0" indent="0" algn="r" defTabSz="457189" rtl="1" eaLnBrk="1" fontAlgn="auto" latinLnBrk="0" hangingPunct="1">
              <a:lnSpc>
                <a:spcPct val="100000"/>
              </a:lnSpc>
              <a:spcBef>
                <a:spcPts val="1000"/>
              </a:spcBef>
              <a:spcAft>
                <a:spcPts val="0"/>
              </a:spcAft>
              <a:buClr>
                <a:prstClr val="black"/>
              </a:buClr>
              <a:buSzPct val="80000"/>
              <a:buFont typeface="Wingdings 3" charset="2"/>
              <a:buNone/>
              <a:tabLst/>
              <a:defRPr/>
            </a:pPr>
            <a:br>
              <a:rPr kumimoji="0" lang="fa-IR"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br>
            <a:r>
              <a:rPr kumimoji="0" lang="fa-IR"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کسانی که علاقه ندارند زمان زیادی </a:t>
            </a:r>
            <a:br>
              <a:rPr kumimoji="0" lang="fa-IR"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br>
            <a:r>
              <a:rPr kumimoji="0" lang="fa-IR"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برای ساخت اینترو</a:t>
            </a:r>
            <a:br>
              <a:rPr kumimoji="0" lang="fa-IR"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br>
            <a:r>
              <a:rPr kumimoji="0" lang="fa-IR"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با لوگوی خود صرف کنند میتوانند </a:t>
            </a:r>
            <a:br>
              <a:rPr kumimoji="0" lang="fa-IR"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br>
            <a:r>
              <a:rPr kumimoji="0" lang="fa-IR"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در زبانه</a:t>
            </a:r>
            <a:r>
              <a:rPr kumimoji="0" lang="en-US"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Library</a:t>
            </a:r>
            <a:r>
              <a:rPr kumimoji="0" lang="fa-IR"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ازبعضی از اینترو های پیشفرض نرم افزار کمک </a:t>
            </a:r>
            <a:br>
              <a:rPr kumimoji="0" lang="fa-IR"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br>
            <a:r>
              <a:rPr kumimoji="0" lang="fa-IR" sz="16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rPr>
              <a:t>بگیرند که کاملا قابل شخصی سازی هستند</a:t>
            </a:r>
            <a:endParaRPr kumimoji="0" lang="fa-IR" sz="2400" b="1" i="0" u="none" strike="noStrike" kern="1200" cap="all" spc="0" normalizeH="0" baseline="0" noProof="0" dirty="0">
              <a:ln>
                <a:noFill/>
              </a:ln>
              <a:solidFill>
                <a:prstClr val="black"/>
              </a:solidFill>
              <a:effectLst/>
              <a:uLnTx/>
              <a:uFillTx/>
              <a:latin typeface="Century Gothic" panose="020B0502020202020204"/>
              <a:ea typeface="+mj-ea"/>
              <a:cs typeface="Times New Roman" panose="02020603050405020304" pitchFamily="18" charset="0"/>
            </a:endParaRPr>
          </a:p>
        </p:txBody>
      </p:sp>
      <p:sp>
        <p:nvSpPr>
          <p:cNvPr id="2" name="TextBox 1">
            <a:extLst>
              <a:ext uri="{FF2B5EF4-FFF2-40B4-BE49-F238E27FC236}">
                <a16:creationId xmlns:a16="http://schemas.microsoft.com/office/drawing/2014/main" id="{56D61277-F6CB-4436-B5D7-C51E36EFB59A}"/>
              </a:ext>
            </a:extLst>
          </p:cNvPr>
          <p:cNvSpPr txBox="1"/>
          <p:nvPr/>
        </p:nvSpPr>
        <p:spPr>
          <a:xfrm>
            <a:off x="1686285" y="2554174"/>
            <a:ext cx="190500" cy="369332"/>
          </a:xfrm>
          <a:prstGeom prst="rect">
            <a:avLst/>
          </a:prstGeom>
          <a:noFill/>
        </p:spPr>
        <p:txBody>
          <a:bodyPr wrap="square" rtlCol="1">
            <a:spAutoFit/>
          </a:bodyPr>
          <a:lstStyle/>
          <a:p>
            <a:r>
              <a:rPr lang="en-US" dirty="0"/>
              <a:t>1</a:t>
            </a:r>
            <a:endParaRPr lang="fa-IR" dirty="0"/>
          </a:p>
        </p:txBody>
      </p:sp>
      <p:sp>
        <p:nvSpPr>
          <p:cNvPr id="5" name="TextBox 4">
            <a:extLst>
              <a:ext uri="{FF2B5EF4-FFF2-40B4-BE49-F238E27FC236}">
                <a16:creationId xmlns:a16="http://schemas.microsoft.com/office/drawing/2014/main" id="{7D8FD549-90A4-4BC6-93B4-522CCAD69CA9}"/>
              </a:ext>
            </a:extLst>
          </p:cNvPr>
          <p:cNvSpPr txBox="1"/>
          <p:nvPr/>
        </p:nvSpPr>
        <p:spPr>
          <a:xfrm>
            <a:off x="5703406" y="2682797"/>
            <a:ext cx="647700" cy="369332"/>
          </a:xfrm>
          <a:prstGeom prst="rect">
            <a:avLst/>
          </a:prstGeom>
          <a:noFill/>
        </p:spPr>
        <p:txBody>
          <a:bodyPr wrap="square" rtlCol="1">
            <a:spAutoFit/>
          </a:bodyPr>
          <a:lstStyle/>
          <a:p>
            <a:r>
              <a:rPr lang="fa-IR" dirty="0"/>
              <a:t>2</a:t>
            </a:r>
          </a:p>
        </p:txBody>
      </p:sp>
      <p:sp>
        <p:nvSpPr>
          <p:cNvPr id="6" name="TextBox 5">
            <a:extLst>
              <a:ext uri="{FF2B5EF4-FFF2-40B4-BE49-F238E27FC236}">
                <a16:creationId xmlns:a16="http://schemas.microsoft.com/office/drawing/2014/main" id="{8F6D7CE5-8600-4B81-B89F-E968C4F7920A}"/>
              </a:ext>
            </a:extLst>
          </p:cNvPr>
          <p:cNvSpPr txBox="1"/>
          <p:nvPr/>
        </p:nvSpPr>
        <p:spPr>
          <a:xfrm>
            <a:off x="9676792" y="2682797"/>
            <a:ext cx="772873" cy="369332"/>
          </a:xfrm>
          <a:prstGeom prst="rect">
            <a:avLst/>
          </a:prstGeom>
          <a:noFill/>
        </p:spPr>
        <p:txBody>
          <a:bodyPr wrap="square" rtlCol="1">
            <a:spAutoFit/>
          </a:bodyPr>
          <a:lstStyle/>
          <a:p>
            <a:r>
              <a:rPr lang="en-US" dirty="0"/>
              <a:t>3</a:t>
            </a:r>
            <a:endParaRPr lang="fa-IR" dirty="0"/>
          </a:p>
        </p:txBody>
      </p:sp>
      <p:sp>
        <p:nvSpPr>
          <p:cNvPr id="8" name="TextBox 7">
            <a:extLst>
              <a:ext uri="{FF2B5EF4-FFF2-40B4-BE49-F238E27FC236}">
                <a16:creationId xmlns:a16="http://schemas.microsoft.com/office/drawing/2014/main" id="{56F78260-6A93-4818-A9E3-2084C409F800}"/>
              </a:ext>
            </a:extLst>
          </p:cNvPr>
          <p:cNvSpPr txBox="1"/>
          <p:nvPr/>
        </p:nvSpPr>
        <p:spPr>
          <a:xfrm>
            <a:off x="1686285" y="4830700"/>
            <a:ext cx="714375" cy="369332"/>
          </a:xfrm>
          <a:prstGeom prst="rect">
            <a:avLst/>
          </a:prstGeom>
          <a:noFill/>
        </p:spPr>
        <p:txBody>
          <a:bodyPr wrap="square" rtlCol="1">
            <a:spAutoFit/>
          </a:bodyPr>
          <a:lstStyle/>
          <a:p>
            <a:r>
              <a:rPr lang="fa-IR" dirty="0"/>
              <a:t>4</a:t>
            </a:r>
          </a:p>
        </p:txBody>
      </p:sp>
      <p:sp>
        <p:nvSpPr>
          <p:cNvPr id="10" name="TextBox 9">
            <a:extLst>
              <a:ext uri="{FF2B5EF4-FFF2-40B4-BE49-F238E27FC236}">
                <a16:creationId xmlns:a16="http://schemas.microsoft.com/office/drawing/2014/main" id="{C17186E9-EEBF-4285-A796-5F9BAB0CA1B8}"/>
              </a:ext>
            </a:extLst>
          </p:cNvPr>
          <p:cNvSpPr txBox="1"/>
          <p:nvPr/>
        </p:nvSpPr>
        <p:spPr>
          <a:xfrm>
            <a:off x="5581038" y="4830700"/>
            <a:ext cx="571500" cy="369332"/>
          </a:xfrm>
          <a:prstGeom prst="rect">
            <a:avLst/>
          </a:prstGeom>
          <a:noFill/>
        </p:spPr>
        <p:txBody>
          <a:bodyPr wrap="square" rtlCol="1">
            <a:spAutoFit/>
          </a:bodyPr>
          <a:lstStyle/>
          <a:p>
            <a:r>
              <a:rPr lang="fa-IR" dirty="0"/>
              <a:t>5</a:t>
            </a:r>
          </a:p>
        </p:txBody>
      </p:sp>
    </p:spTree>
    <p:extLst>
      <p:ext uri="{BB962C8B-B14F-4D97-AF65-F5344CB8AC3E}">
        <p14:creationId xmlns:p14="http://schemas.microsoft.com/office/powerpoint/2010/main" val="2109637901"/>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B7B221-F64F-4A74-9445-6F1DE967FA07}"/>
              </a:ext>
            </a:extLst>
          </p:cNvPr>
          <p:cNvSpPr>
            <a:spLocks noGrp="1"/>
          </p:cNvSpPr>
          <p:nvPr>
            <p:ph type="ctrTitle"/>
          </p:nvPr>
        </p:nvSpPr>
        <p:spPr>
          <a:xfrm>
            <a:off x="1053355" y="1145309"/>
            <a:ext cx="9356028" cy="1346221"/>
          </a:xfrm>
        </p:spPr>
        <p:txBody>
          <a:bodyPr numCol="1" anchor="t"/>
          <a:lstStyle/>
          <a:p>
            <a:pPr marL="571500" indent="-571500" algn="r">
              <a:buFont typeface="Wingdings" panose="05000000000000000000" pitchFamily="2" charset="2"/>
              <a:buChar char="Ø"/>
            </a:pPr>
            <a:r>
              <a:rPr kumimoji="0" lang="fa-IR" sz="4000" b="1" i="0" u="none" strike="noStrike" kern="1200" cap="none" spc="0" normalizeH="0" baseline="0" noProof="0" dirty="0">
                <a:ln>
                  <a:noFill/>
                </a:ln>
                <a:solidFill>
                  <a:srgbClr val="1E5155"/>
                </a:solidFill>
                <a:effectLst>
                  <a:outerShdw blurRad="38100" dist="38100" dir="2700000" algn="tl">
                    <a:srgbClr val="000000">
                      <a:alpha val="43137"/>
                    </a:srgbClr>
                  </a:outerShdw>
                </a:effectLst>
                <a:uLnTx/>
                <a:uFillTx/>
                <a:latin typeface="Century Gothic" panose="020B0502020202020204"/>
                <a:ea typeface="+mj-ea"/>
                <a:cs typeface="Times New Roman" panose="02020603050405020304" pitchFamily="18" charset="0"/>
              </a:rPr>
              <a:t>کاربردی ترین قابلیت های ویدیو ادیتور </a:t>
            </a:r>
            <a:r>
              <a:rPr kumimoji="0" lang="en-US" sz="4000" b="1" i="0" u="none" strike="noStrike" kern="1200" cap="none" spc="0" normalizeH="0" baseline="0" noProof="0" dirty="0">
                <a:ln>
                  <a:noFill/>
                </a:ln>
                <a:solidFill>
                  <a:srgbClr val="1E5155"/>
                </a:solidFill>
                <a:effectLst>
                  <a:outerShdw blurRad="38100" dist="38100" dir="2700000" algn="tl">
                    <a:srgbClr val="000000">
                      <a:alpha val="43137"/>
                    </a:srgbClr>
                  </a:outerShdw>
                </a:effectLst>
                <a:uLnTx/>
                <a:uFillTx/>
                <a:latin typeface="Century Gothic" panose="020B0502020202020204"/>
                <a:ea typeface="+mj-ea"/>
                <a:cs typeface="+mj-cs"/>
              </a:rPr>
              <a:t>:Camtasia</a:t>
            </a:r>
            <a:endParaRPr lang="fa-IR" sz="4000" b="1" dirty="0">
              <a:effectLst>
                <a:outerShdw blurRad="38100" dist="38100" dir="2700000" algn="tl">
                  <a:srgbClr val="000000">
                    <a:alpha val="43137"/>
                  </a:srgbClr>
                </a:outerShdw>
              </a:effectLst>
            </a:endParaRPr>
          </a:p>
        </p:txBody>
      </p:sp>
      <p:sp>
        <p:nvSpPr>
          <p:cNvPr id="4" name="Subtitle 3">
            <a:extLst>
              <a:ext uri="{FF2B5EF4-FFF2-40B4-BE49-F238E27FC236}">
                <a16:creationId xmlns:a16="http://schemas.microsoft.com/office/drawing/2014/main" id="{F5FCB25A-16D4-4F03-9B17-0E454B5CEC9C}"/>
              </a:ext>
            </a:extLst>
          </p:cNvPr>
          <p:cNvSpPr>
            <a:spLocks noGrp="1"/>
          </p:cNvSpPr>
          <p:nvPr>
            <p:ph type="subTitle" idx="1"/>
          </p:nvPr>
        </p:nvSpPr>
        <p:spPr>
          <a:xfrm>
            <a:off x="1154954" y="2409825"/>
            <a:ext cx="9913095" cy="4448176"/>
          </a:xfrm>
        </p:spPr>
        <p:txBody>
          <a:bodyPr anchor="t">
            <a:normAutofit/>
          </a:bodyPr>
          <a:lstStyle/>
          <a:p>
            <a:pPr marL="571500" marR="0" lvl="0" indent="-571500" algn="r" defTabSz="457189" rtl="1" eaLnBrk="1" fontAlgn="auto" latinLnBrk="0" hangingPunct="1">
              <a:lnSpc>
                <a:spcPct val="100000"/>
              </a:lnSpc>
              <a:spcBef>
                <a:spcPts val="1000"/>
              </a:spcBef>
              <a:spcAft>
                <a:spcPts val="0"/>
              </a:spcAft>
              <a:buClr>
                <a:prstClr val="black"/>
              </a:buClr>
              <a:buSzPct val="80000"/>
              <a:buFont typeface="Wingdings" panose="05000000000000000000" pitchFamily="2" charset="2"/>
              <a:buChar char="v"/>
              <a:tabLst/>
              <a:defRPr/>
            </a:pPr>
            <a:r>
              <a:rPr kumimoji="0" lang="fa-IR" sz="2600" b="1" i="0" u="none" strike="noStrike" kern="1200" cap="all" spc="0" normalizeH="0" baseline="0" noProof="0" dirty="0">
                <a:ln>
                  <a:noFill/>
                </a:ln>
                <a:solidFill>
                  <a:srgbClr val="FF0000"/>
                </a:solidFill>
                <a:effectLst/>
                <a:uLnTx/>
                <a:uFillTx/>
                <a:latin typeface="Century Gothic" panose="020B0502020202020204"/>
                <a:ea typeface="+mj-ea"/>
                <a:cs typeface="Times New Roman" panose="02020603050405020304" pitchFamily="18" charset="0"/>
              </a:rPr>
              <a:t>قابلیت جداسازی یک فریم دلخواه از ویدیو و اعمال تغییرات روی آن</a:t>
            </a:r>
            <a:br>
              <a:rPr kumimoji="0" lang="fa-IR" sz="2600" b="1" i="0" u="none" strike="noStrike" kern="1200" cap="all" spc="0" normalizeH="0" baseline="0" noProof="0" dirty="0">
                <a:ln>
                  <a:noFill/>
                </a:ln>
                <a:solidFill>
                  <a:srgbClr val="FF0000"/>
                </a:solidFill>
                <a:effectLst/>
                <a:uLnTx/>
                <a:uFillTx/>
                <a:latin typeface="Century Gothic" panose="020B0502020202020204"/>
                <a:ea typeface="+mj-ea"/>
                <a:cs typeface="Times New Roman" panose="02020603050405020304" pitchFamily="18" charset="0"/>
              </a:rPr>
            </a:br>
            <a:r>
              <a:rPr kumimoji="0" lang="fa-IR" sz="2600" b="1" i="0" u="none" strike="noStrike" kern="1200" cap="all" spc="0" normalizeH="0" baseline="0" noProof="0" dirty="0">
                <a:ln>
                  <a:noFill/>
                </a:ln>
                <a:solidFill>
                  <a:schemeClr val="tx1"/>
                </a:solidFill>
                <a:effectLst/>
                <a:uLnTx/>
                <a:uFillTx/>
                <a:latin typeface="Century Gothic" panose="020B0502020202020204"/>
                <a:ea typeface="+mj-ea"/>
                <a:cs typeface="Times New Roman" panose="02020603050405020304" pitchFamily="18" charset="0"/>
              </a:rPr>
              <a:t>برای  استفاده از این قابلیت فقط کافیست با اسلایدر به فریم مورد نظر برویم و با راست کلیک روی ویدیو ترکی که اسلایدر روی آن است، گزینه</a:t>
            </a:r>
            <a:br>
              <a:rPr lang="fa-IR" sz="2800" b="1" dirty="0">
                <a:solidFill>
                  <a:schemeClr val="tx1"/>
                </a:solidFill>
                <a:latin typeface="Century Gothic" panose="020B0502020202020204"/>
                <a:cs typeface="Times New Roman" panose="02020603050405020304" pitchFamily="18" charset="0"/>
              </a:rPr>
            </a:br>
            <a:r>
              <a:rPr lang="en-US" sz="2800" b="1" dirty="0">
                <a:solidFill>
                  <a:schemeClr val="tx1"/>
                </a:solidFill>
                <a:latin typeface="Century Gothic" panose="020B0502020202020204"/>
                <a:cs typeface="Times New Roman" panose="02020603050405020304" pitchFamily="18" charset="0"/>
              </a:rPr>
              <a:t>Extend Frame</a:t>
            </a:r>
            <a:r>
              <a:rPr lang="fa-IR" sz="2800" b="1" dirty="0">
                <a:solidFill>
                  <a:schemeClr val="tx1"/>
                </a:solidFill>
                <a:latin typeface="Century Gothic" panose="020B0502020202020204"/>
                <a:cs typeface="Times New Roman" panose="02020603050405020304" pitchFamily="18" charset="0"/>
              </a:rPr>
              <a:t> را بزنیم،سپس میتوانیم تعیین کنیم چند ثانیه ویدیو روی آن فریم بماند یا اینکه با دقت و استفاده از اسلایدر فریم را از دو سو ببریم</a:t>
            </a:r>
            <a:br>
              <a:rPr lang="fa-IR" sz="2800" b="1" dirty="0">
                <a:solidFill>
                  <a:schemeClr val="tx1"/>
                </a:solidFill>
                <a:latin typeface="Century Gothic" panose="020B0502020202020204"/>
                <a:cs typeface="Times New Roman" panose="02020603050405020304" pitchFamily="18" charset="0"/>
              </a:rPr>
            </a:br>
            <a:r>
              <a:rPr lang="en-US" sz="2800" b="1" dirty="0">
                <a:solidFill>
                  <a:schemeClr val="tx1"/>
                </a:solidFill>
                <a:latin typeface="Century Gothic" panose="020B0502020202020204"/>
                <a:cs typeface="Times New Roman" panose="02020603050405020304" pitchFamily="18" charset="0"/>
              </a:rPr>
              <a:t>(Split)</a:t>
            </a:r>
            <a:endParaRPr lang="fa-IR" sz="2800" b="1" dirty="0">
              <a:solidFill>
                <a:srgbClr val="FF0000"/>
              </a:solidFill>
            </a:endParaRPr>
          </a:p>
          <a:p>
            <a:pPr marL="457200" indent="-457200" algn="r">
              <a:buClr>
                <a:schemeClr val="tx1"/>
              </a:buClr>
              <a:buFont typeface="Wingdings" panose="05000000000000000000" pitchFamily="2" charset="2"/>
              <a:buChar char="v"/>
            </a:pPr>
            <a:endParaRPr lang="fa-IR" sz="2800" b="1" dirty="0">
              <a:solidFill>
                <a:srgbClr val="FF0000"/>
              </a:solidFill>
            </a:endParaRPr>
          </a:p>
          <a:p>
            <a:pPr marL="457200" indent="-457200" algn="r">
              <a:buClr>
                <a:schemeClr val="tx1"/>
              </a:buClr>
              <a:buFont typeface="Wingdings" panose="05000000000000000000" pitchFamily="2" charset="2"/>
              <a:buChar char="v"/>
            </a:pPr>
            <a:endParaRPr lang="fa-IR" sz="2800" b="1" dirty="0">
              <a:solidFill>
                <a:srgbClr val="FF0000"/>
              </a:solidFill>
            </a:endParaRPr>
          </a:p>
        </p:txBody>
      </p:sp>
      <p:pic>
        <p:nvPicPr>
          <p:cNvPr id="20" name="Picture 19">
            <a:extLst>
              <a:ext uri="{FF2B5EF4-FFF2-40B4-BE49-F238E27FC236}">
                <a16:creationId xmlns:a16="http://schemas.microsoft.com/office/drawing/2014/main" id="{2C124042-F1C3-4C74-9259-CCE3558ABE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9075" y="5581191"/>
            <a:ext cx="4133850" cy="1307197"/>
          </a:xfrm>
          <a:prstGeom prst="rect">
            <a:avLst/>
          </a:prstGeom>
        </p:spPr>
      </p:pic>
      <p:pic>
        <p:nvPicPr>
          <p:cNvPr id="22" name="Picture 21">
            <a:extLst>
              <a:ext uri="{FF2B5EF4-FFF2-40B4-BE49-F238E27FC236}">
                <a16:creationId xmlns:a16="http://schemas.microsoft.com/office/drawing/2014/main" id="{261F9B4F-536C-4D9B-8C96-85215C4E0F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5611579"/>
            <a:ext cx="3771900" cy="1307197"/>
          </a:xfrm>
          <a:prstGeom prst="rect">
            <a:avLst/>
          </a:prstGeom>
        </p:spPr>
      </p:pic>
      <p:pic>
        <p:nvPicPr>
          <p:cNvPr id="24" name="Picture 23">
            <a:extLst>
              <a:ext uri="{FF2B5EF4-FFF2-40B4-BE49-F238E27FC236}">
                <a16:creationId xmlns:a16="http://schemas.microsoft.com/office/drawing/2014/main" id="{EEABB9EB-51EC-4780-8E47-687B4955BC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427290" y="5505221"/>
            <a:ext cx="3771900" cy="1367973"/>
          </a:xfrm>
          <a:prstGeom prst="rect">
            <a:avLst/>
          </a:prstGeom>
        </p:spPr>
      </p:pic>
    </p:spTree>
    <p:extLst>
      <p:ext uri="{BB962C8B-B14F-4D97-AF65-F5344CB8AC3E}">
        <p14:creationId xmlns:p14="http://schemas.microsoft.com/office/powerpoint/2010/main" val="911872620"/>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FB7B221-F64F-4A74-9445-6F1DE967FA07}"/>
              </a:ext>
            </a:extLst>
          </p:cNvPr>
          <p:cNvSpPr>
            <a:spLocks noGrp="1"/>
          </p:cNvSpPr>
          <p:nvPr>
            <p:ph type="ctrTitle"/>
          </p:nvPr>
        </p:nvSpPr>
        <p:spPr>
          <a:xfrm>
            <a:off x="1053355" y="1145309"/>
            <a:ext cx="9356028" cy="1346221"/>
          </a:xfrm>
        </p:spPr>
        <p:txBody>
          <a:bodyPr numCol="1" anchor="t"/>
          <a:lstStyle/>
          <a:p>
            <a:pPr algn="r"/>
            <a:r>
              <a:rPr lang="fa-IR" sz="4000" b="1">
                <a:effectLst>
                  <a:outerShdw blurRad="38100" dist="38100" dir="2700000" algn="tl">
                    <a:srgbClr val="000000">
                      <a:alpha val="43137"/>
                    </a:srgbClr>
                  </a:outerShdw>
                </a:effectLst>
              </a:rPr>
              <a:t>                              پایان</a:t>
            </a:r>
            <a:endParaRPr lang="fa-IR" sz="4000" b="1" dirty="0">
              <a:effectLst>
                <a:outerShdw blurRad="38100" dist="38100" dir="2700000" algn="tl">
                  <a:srgbClr val="000000">
                    <a:alpha val="43137"/>
                  </a:srgbClr>
                </a:outerShdw>
              </a:effectLst>
            </a:endParaRPr>
          </a:p>
        </p:txBody>
      </p:sp>
      <p:sp>
        <p:nvSpPr>
          <p:cNvPr id="4" name="Subtitle 3">
            <a:extLst>
              <a:ext uri="{FF2B5EF4-FFF2-40B4-BE49-F238E27FC236}">
                <a16:creationId xmlns:a16="http://schemas.microsoft.com/office/drawing/2014/main" id="{F5FCB25A-16D4-4F03-9B17-0E454B5CEC9C}"/>
              </a:ext>
            </a:extLst>
          </p:cNvPr>
          <p:cNvSpPr>
            <a:spLocks noGrp="1"/>
          </p:cNvSpPr>
          <p:nvPr>
            <p:ph type="subTitle" idx="1"/>
          </p:nvPr>
        </p:nvSpPr>
        <p:spPr>
          <a:xfrm>
            <a:off x="1154954" y="2409825"/>
            <a:ext cx="9913095" cy="4448176"/>
          </a:xfrm>
        </p:spPr>
        <p:txBody>
          <a:bodyPr anchor="t">
            <a:normAutofit/>
          </a:bodyPr>
          <a:lstStyle/>
          <a:p>
            <a:pPr marL="457200" indent="-457200" algn="r">
              <a:buClr>
                <a:schemeClr val="tx1"/>
              </a:buClr>
              <a:buFont typeface="Wingdings" panose="05000000000000000000" pitchFamily="2" charset="2"/>
              <a:buChar char="v"/>
            </a:pPr>
            <a:endParaRPr lang="fa-IR" sz="2800" b="1" dirty="0">
              <a:solidFill>
                <a:srgbClr val="FF0000"/>
              </a:solidFill>
            </a:endParaRPr>
          </a:p>
          <a:p>
            <a:pPr marL="457200" indent="-457200" algn="r">
              <a:buClr>
                <a:schemeClr val="tx1"/>
              </a:buClr>
              <a:buFont typeface="Wingdings" panose="05000000000000000000" pitchFamily="2" charset="2"/>
              <a:buChar char="v"/>
            </a:pPr>
            <a:endParaRPr lang="fa-IR" sz="2800" b="1" dirty="0">
              <a:solidFill>
                <a:srgbClr val="FF0000"/>
              </a:solidFill>
            </a:endParaRPr>
          </a:p>
        </p:txBody>
      </p:sp>
    </p:spTree>
    <p:extLst>
      <p:ext uri="{BB962C8B-B14F-4D97-AF65-F5344CB8AC3E}">
        <p14:creationId xmlns:p14="http://schemas.microsoft.com/office/powerpoint/2010/main" val="3623002808"/>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Template>
  <TotalTime>1656</TotalTime>
  <Words>857</Words>
  <Application>Microsoft Office PowerPoint</Application>
  <PresentationFormat>Widescreen</PresentationFormat>
  <Paragraphs>61</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Century Gothic</vt:lpstr>
      <vt:lpstr>Wingdings</vt:lpstr>
      <vt:lpstr>Wingdings 3</vt:lpstr>
      <vt:lpstr>Ion</vt:lpstr>
      <vt:lpstr>             بنام خدا   نام و نام خانوادگی: امیرمحمد خالقی فرید                         استاد: زینب خاتون شریعت ناصری                                                                                                                        موضوع ارائه: نرم افزار Camtasia ( 2021 )                                                                         تاریخ ارائه: 1400/2/30                         </vt:lpstr>
      <vt:lpstr>مقدمه:</vt:lpstr>
      <vt:lpstr>دلایل برتری Camtasia نسبت به بسیاری از ادیتور های دیگر :</vt:lpstr>
      <vt:lpstr>محیط کاربری ساده</vt:lpstr>
      <vt:lpstr>PowerPoint Presentation</vt:lpstr>
      <vt:lpstr>بهینه بودن محیط نرم افزار</vt:lpstr>
      <vt:lpstr>بهینه بودن محیط نرم افزار</vt:lpstr>
      <vt:lpstr>کاربردی ترین قابلیت های ویدیو ادیتور :Camtasia</vt:lpstr>
      <vt:lpstr>کاربردی ترین قابلیت های ویدیو ادیتور :Camtasia</vt:lpstr>
      <vt:lpstr>کاربردی ترین قابلیت های ویدیو ادیتور :Camtasia</vt:lpstr>
      <vt:lpstr>کاربردی ترین قابلیت های ویدیو ادیتور :Camtasia</vt:lpstr>
      <vt:lpstr>                              پایان</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به نام آفریننده</dc:title>
  <dc:creator>Nexusboy</dc:creator>
  <cp:lastModifiedBy>Nexusboy</cp:lastModifiedBy>
  <cp:revision>43</cp:revision>
  <dcterms:created xsi:type="dcterms:W3CDTF">2021-05-17T16:12:02Z</dcterms:created>
  <dcterms:modified xsi:type="dcterms:W3CDTF">2021-05-20T08:06:41Z</dcterms:modified>
</cp:coreProperties>
</file>