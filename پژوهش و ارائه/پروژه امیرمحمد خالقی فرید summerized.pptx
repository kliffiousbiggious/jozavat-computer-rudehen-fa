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notesMasterIdLst>
    <p:notesMasterId r:id="rId10"/>
  </p:notesMasterIdLst>
  <p:sldIdLst>
    <p:sldId id="257" r:id="rId2"/>
    <p:sldId id="258" r:id="rId3"/>
    <p:sldId id="259" r:id="rId4"/>
    <p:sldId id="267" r:id="rId5"/>
    <p:sldId id="261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بنام خدا" id="{BDE90D30-E827-4A5C-A40A-49A7554B5428}">
          <p14:sldIdLst>
            <p14:sldId id="257"/>
          </p14:sldIdLst>
        </p14:section>
        <p14:section name="مقدمه" id="{4B7A8689-F840-4A13-9AC9-FC960CB712CE}">
          <p14:sldIdLst>
            <p14:sldId id="258"/>
            <p14:sldId id="259"/>
            <p14:sldId id="267"/>
            <p14:sldId id="261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xusboy" initials="N" lastIdx="1" clrIdx="0">
    <p:extLst>
      <p:ext uri="{19B8F6BF-5375-455C-9EA6-DF929625EA0E}">
        <p15:presenceInfo xmlns:p15="http://schemas.microsoft.com/office/powerpoint/2012/main" userId="Nexusbo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74" autoAdjust="0"/>
  </p:normalViewPr>
  <p:slideViewPr>
    <p:cSldViewPr snapToGrid="0">
      <p:cViewPr>
        <p:scale>
          <a:sx n="100" d="100"/>
          <a:sy n="100" d="100"/>
        </p:scale>
        <p:origin x="990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3BC6918-F6D4-4031-A85A-578D55FC3829}" type="datetimeFigureOut">
              <a:rPr lang="fa-IR" smtClean="0"/>
              <a:t>09/10/1442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53E3262F-3CED-47FE-8F39-5A8826306F57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75447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3262F-3CED-47FE-8F39-5A8826306F57}" type="slidenum">
              <a:rPr lang="fa-IR" smtClean="0"/>
              <a:t>7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60795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2"/>
            <a:ext cx="8825659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62022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4959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2861735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83961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3" y="2060577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4" y="2056093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7864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3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6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6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3140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5817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4648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2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96188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7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7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6375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9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915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35628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1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4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1" y="2613788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6775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12661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61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5" y="2667000"/>
            <a:ext cx="294679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1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1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3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17376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1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3"/>
            <a:ext cx="294005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6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5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2"/>
            <a:ext cx="293440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1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701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6" y="4827210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3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00607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80802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3" y="430215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4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4230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1" y="2669687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1" y="2892349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3" y="2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20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41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5" y="322529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2" y="295731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926969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  <p:sldLayoutId id="2147484013" r:id="rId17"/>
  </p:sldLayoutIdLst>
  <p:txStyles>
    <p:titleStyle>
      <a:lvl1pPr algn="l" defTabSz="457189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891" indent="-342891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32" indent="-28574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971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160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349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937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726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8914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103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2281-925F-44EF-9D25-6811D7839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numCol="1" anchor="t" anchorCtr="0"/>
          <a:lstStyle/>
          <a:p>
            <a:pPr algn="r"/>
            <a:r>
              <a:rPr lang="fa-I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fa-IR" sz="14000" b="1" dirty="0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بنام خدا</a:t>
            </a:r>
            <a:br>
              <a:rPr lang="fa-I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a-I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a-I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نام و نام خانوادگی: امیرمحمد خالقی فرید                         استاد: زینب خاتون شریعت ناصری</a:t>
            </a:r>
            <a:b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</a:t>
            </a:r>
            <a:b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</a:t>
            </a:r>
            <a:b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</a:t>
            </a:r>
            <a:b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موضوع ارائه: نرم افزار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Camtasia ( 2019 )</a:t>
            </a:r>
            <a:endParaRPr lang="fa-I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6749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7B221-F64F-4A74-9445-6F1DE967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55" y="1145309"/>
            <a:ext cx="9356028" cy="1211997"/>
          </a:xfrm>
        </p:spPr>
        <p:txBody>
          <a:bodyPr numCol="1" anchor="t"/>
          <a:lstStyle/>
          <a:p>
            <a:pPr algn="r"/>
            <a:r>
              <a:rPr lang="fa-I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مقدمه: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FCB25A-16D4-4F03-9B17-0E454B5CE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608976"/>
            <a:ext cx="9254428" cy="3969624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fa-IR" sz="2800" b="1" dirty="0">
                <a:solidFill>
                  <a:schemeClr val="tx1"/>
                </a:solidFill>
              </a:rPr>
              <a:t>با توجه به اینکه در دهه های اخیر شبکه های اجتماعی مختلف و در کل فضای اینترنت با محتواها و محیط های عامه پسند و سرگرم کننده عده بسیار زیادی از انسان ها را به سوی خود جذب کرده است،بدیهی است که تعداد زیادی از افرادی که به دلایل گوناگون موفق به نمایش استعداد ها و فعالیت های خود در زمینه  های مختلف در دنیای واقعی نشده اند،به کسب درآمد با ساخت و بارگزاری محتواهای ویدیویی مرتبط با هدف خودشان فکر میکنند و وقتی صحبت از ساخت کلیپ و ویدیو میشود به غیر از وسایل و تجهیزات اولیه،نرم افزاری که برای اصلاح و غنی کردن ویدیو از آن استفاده میشود (ویدیو ادیتور) هم نقش بسیار مهمی ایفا میکند.در این پاور پوینت قرار است با محیط نرم افزار </a:t>
            </a:r>
            <a:r>
              <a:rPr lang="en-US" sz="2800" b="1" dirty="0">
                <a:solidFill>
                  <a:schemeClr val="tx1"/>
                </a:solidFill>
              </a:rPr>
              <a:t>Camtasia </a:t>
            </a:r>
            <a:r>
              <a:rPr lang="fa-IR" sz="2800" b="1" dirty="0">
                <a:solidFill>
                  <a:schemeClr val="tx1"/>
                </a:solidFill>
              </a:rPr>
              <a:t>آشنا و دلایل پیشنهاد کردن این ادیتور را متوجه شویم.</a:t>
            </a:r>
          </a:p>
        </p:txBody>
      </p:sp>
    </p:spTree>
    <p:extLst>
      <p:ext uri="{BB962C8B-B14F-4D97-AF65-F5344CB8AC3E}">
        <p14:creationId xmlns:p14="http://schemas.microsoft.com/office/powerpoint/2010/main" val="2796945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7B221-F64F-4A74-9445-6F1DE967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55" y="1145309"/>
            <a:ext cx="9356028" cy="1346221"/>
          </a:xfrm>
        </p:spPr>
        <p:txBody>
          <a:bodyPr numCol="1" anchor="t"/>
          <a:lstStyle/>
          <a:p>
            <a:pPr algn="r"/>
            <a:r>
              <a:rPr lang="fa-I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دلایل برتری 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Camtasia</a:t>
            </a:r>
            <a:r>
              <a:rPr lang="fa-I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نسبت به بسیاری از ادیتور های دیگر 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FCB25A-16D4-4F03-9B17-0E454B5CE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608975"/>
            <a:ext cx="9254428" cy="4249025"/>
          </a:xfrm>
        </p:spPr>
        <p:txBody>
          <a:bodyPr anchor="t">
            <a:normAutofit/>
          </a:bodyPr>
          <a:lstStyle/>
          <a:p>
            <a:pPr algn="r">
              <a:buClr>
                <a:schemeClr val="tx1"/>
              </a:buClr>
            </a:pPr>
            <a:endParaRPr lang="fa-IR" sz="3600" b="1" dirty="0">
              <a:solidFill>
                <a:schemeClr val="tx1"/>
              </a:solidFill>
            </a:endParaRPr>
          </a:p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a-IR" sz="3600" b="1" dirty="0">
                <a:solidFill>
                  <a:schemeClr val="tx1"/>
                </a:solidFill>
              </a:rPr>
              <a:t>محیط کاربری ساده</a:t>
            </a:r>
          </a:p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a-IR" sz="3600" b="1" dirty="0">
                <a:solidFill>
                  <a:schemeClr val="tx1"/>
                </a:solidFill>
              </a:rPr>
              <a:t>بهینه بودن محیط نرم افزار</a:t>
            </a:r>
          </a:p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a-IR" sz="3600" b="1" dirty="0">
                <a:solidFill>
                  <a:schemeClr val="tx1"/>
                </a:solidFill>
              </a:rPr>
              <a:t>داشتن ابزار های زیاد،مفید و گوناگون</a:t>
            </a:r>
          </a:p>
        </p:txBody>
      </p:sp>
    </p:spTree>
    <p:extLst>
      <p:ext uri="{BB962C8B-B14F-4D97-AF65-F5344CB8AC3E}">
        <p14:creationId xmlns:p14="http://schemas.microsoft.com/office/powerpoint/2010/main" val="698690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7B221-F64F-4A74-9445-6F1DE967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55" y="1145309"/>
            <a:ext cx="9356028" cy="1346221"/>
          </a:xfrm>
        </p:spPr>
        <p:txBody>
          <a:bodyPr numCol="1" anchor="t"/>
          <a:lstStyle/>
          <a:p>
            <a:pPr marL="571500" indent="-571500" algn="r">
              <a:buFont typeface="Wingdings" panose="05000000000000000000" pitchFamily="2" charset="2"/>
              <a:buChar char="Ø"/>
            </a:pPr>
            <a:r>
              <a:rPr lang="fa-I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محیط کاربری ساده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FCB25A-16D4-4F03-9B17-0E454B5CE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608975"/>
            <a:ext cx="9254428" cy="4249025"/>
          </a:xfrm>
        </p:spPr>
        <p:txBody>
          <a:bodyPr anchor="t">
            <a:normAutofit/>
          </a:bodyPr>
          <a:lstStyle/>
          <a:p>
            <a:pPr algn="r">
              <a:buClr>
                <a:schemeClr val="tx1"/>
              </a:buClr>
            </a:pPr>
            <a:r>
              <a:rPr lang="fa-IR" sz="3600" b="1" dirty="0">
                <a:solidFill>
                  <a:schemeClr val="tx1"/>
                </a:solidFill>
              </a:rPr>
              <a:t>بسیاری از نرم افزار های ویرایشگر ویدیو به حدی شلوغ هستند که کاربر را گیج و عصبی میکنند در حالی که در </a:t>
            </a:r>
            <a:r>
              <a:rPr lang="en-US" sz="3600" b="1" dirty="0" err="1">
                <a:solidFill>
                  <a:schemeClr val="tx1"/>
                </a:solidFill>
              </a:rPr>
              <a:t>camtasia</a:t>
            </a:r>
            <a:r>
              <a:rPr lang="fa-IR" sz="3600" b="1" dirty="0">
                <a:solidFill>
                  <a:schemeClr val="tx1"/>
                </a:solidFill>
              </a:rPr>
              <a:t> محیط تا بیشترین حد ممکن خلوت شده است و هیچگاه احساس نمیکنید چیزی در محیط نرم افزار "اضافی" است.</a:t>
            </a:r>
          </a:p>
        </p:txBody>
      </p:sp>
    </p:spTree>
    <p:extLst>
      <p:ext uri="{BB962C8B-B14F-4D97-AF65-F5344CB8AC3E}">
        <p14:creationId xmlns:p14="http://schemas.microsoft.com/office/powerpoint/2010/main" val="4002177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1C0881-D062-4690-8A40-5F44EF565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34" y="497998"/>
            <a:ext cx="5374073" cy="3263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6AB549-8F84-48B6-A658-4ED153162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925" y="4140679"/>
            <a:ext cx="5747857" cy="28265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6E865C-B70E-4251-9106-A01AABD28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34" y="4140679"/>
            <a:ext cx="5095491" cy="28265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C7F7D8-7579-4E24-8528-196A41C98B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722" y="530167"/>
            <a:ext cx="5415432" cy="32309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34A274-5DC1-4485-9EFF-999611644469}"/>
              </a:ext>
            </a:extLst>
          </p:cNvPr>
          <p:cNvSpPr txBox="1"/>
          <p:nvPr/>
        </p:nvSpPr>
        <p:spPr>
          <a:xfrm>
            <a:off x="2182480" y="160835"/>
            <a:ext cx="214797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Sony Vegas Pro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F2EBCF-21BB-427C-AE50-2912132CB5B7}"/>
              </a:ext>
            </a:extLst>
          </p:cNvPr>
          <p:cNvSpPr txBox="1"/>
          <p:nvPr/>
        </p:nvSpPr>
        <p:spPr>
          <a:xfrm>
            <a:off x="8082119" y="160835"/>
            <a:ext cx="126863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Camtasia </a:t>
            </a:r>
            <a:endParaRPr lang="fa-I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728CF5-CCD7-4280-8E02-1229523E9B3F}"/>
              </a:ext>
            </a:extLst>
          </p:cNvPr>
          <p:cNvSpPr txBox="1"/>
          <p:nvPr/>
        </p:nvSpPr>
        <p:spPr>
          <a:xfrm>
            <a:off x="2182480" y="3771347"/>
            <a:ext cx="774652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Adobe Premiere Pro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702043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7B221-F64F-4A74-9445-6F1DE967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55" y="1145309"/>
            <a:ext cx="9356028" cy="1346221"/>
          </a:xfrm>
        </p:spPr>
        <p:txBody>
          <a:bodyPr numCol="1" anchor="t"/>
          <a:lstStyle/>
          <a:p>
            <a:pPr marL="571500" indent="-571500" algn="r">
              <a:buFont typeface="Wingdings" panose="05000000000000000000" pitchFamily="2" charset="2"/>
              <a:buChar char="Ø"/>
            </a:pPr>
            <a:r>
              <a:rPr lang="fa-I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برخی از ابزار های 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Camtasia</a:t>
            </a:r>
            <a:r>
              <a:rPr lang="fa-I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FCB25A-16D4-4F03-9B17-0E454B5CE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608975"/>
            <a:ext cx="9254428" cy="4249025"/>
          </a:xfrm>
        </p:spPr>
        <p:txBody>
          <a:bodyPr anchor="t">
            <a:normAutofit fontScale="92500" lnSpcReduction="10000"/>
          </a:bodyPr>
          <a:lstStyle/>
          <a:p>
            <a:pPr algn="r">
              <a:buClr>
                <a:schemeClr val="tx1"/>
              </a:buClr>
            </a:pPr>
            <a:r>
              <a:rPr lang="fa-IR" sz="2800" b="1" dirty="0">
                <a:solidFill>
                  <a:schemeClr val="tx1"/>
                </a:solidFill>
              </a:rPr>
              <a:t>به غیر از ترنسیژن های متنوع،</a:t>
            </a:r>
            <a:r>
              <a:rPr lang="en-US" sz="2800" b="1" dirty="0">
                <a:solidFill>
                  <a:schemeClr val="tx1"/>
                </a:solidFill>
              </a:rPr>
              <a:t>Camtasia</a:t>
            </a:r>
            <a:r>
              <a:rPr lang="fa-IR" sz="2800" b="1" dirty="0">
                <a:solidFill>
                  <a:schemeClr val="tx1"/>
                </a:solidFill>
              </a:rPr>
              <a:t> ابزار های جالب و کاربردی برای ویرایش عکس،ویدیو و صدا در اختیار کاربران قرار میدهد که به برخی از مفید ترین های  آنها که عبارتند از:</a:t>
            </a:r>
          </a:p>
          <a:p>
            <a:pPr marL="571500" indent="-5715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800" b="1" dirty="0">
                <a:solidFill>
                  <a:srgbClr val="FF0000"/>
                </a:solidFill>
              </a:rPr>
              <a:t>قابلیت </a:t>
            </a:r>
            <a:r>
              <a:rPr lang="en-US" sz="2800" b="1" dirty="0">
                <a:solidFill>
                  <a:srgbClr val="FF0000"/>
                </a:solidFill>
              </a:rPr>
              <a:t>remove a color</a:t>
            </a:r>
            <a:r>
              <a:rPr lang="fa-IR" sz="2800" b="1" dirty="0">
                <a:solidFill>
                  <a:srgbClr val="FF0000"/>
                </a:solidFill>
              </a:rPr>
              <a:t>(هم در عکس و هم در ویدیو ها)</a:t>
            </a:r>
            <a:br>
              <a:rPr lang="fa-IR" sz="2800" b="1" dirty="0">
                <a:solidFill>
                  <a:srgbClr val="FF0000"/>
                </a:solidFill>
              </a:rPr>
            </a:br>
            <a:endParaRPr lang="fa-IR" sz="2800" b="1" dirty="0">
              <a:solidFill>
                <a:srgbClr val="FF0000"/>
              </a:solidFill>
            </a:endParaRPr>
          </a:p>
          <a:p>
            <a:pPr marL="571500" indent="-5715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800" b="1" dirty="0">
                <a:solidFill>
                  <a:srgbClr val="FF0000"/>
                </a:solidFill>
              </a:rPr>
              <a:t>ساخت </a:t>
            </a:r>
            <a:r>
              <a:rPr lang="en-US" sz="2800" b="1" dirty="0">
                <a:solidFill>
                  <a:srgbClr val="FF0000"/>
                </a:solidFill>
              </a:rPr>
              <a:t>Intro</a:t>
            </a:r>
            <a:r>
              <a:rPr lang="fa-IR" sz="2800" b="1" dirty="0">
                <a:solidFill>
                  <a:srgbClr val="FF0000"/>
                </a:solidFill>
              </a:rPr>
              <a:t>  و </a:t>
            </a:r>
            <a:r>
              <a:rPr lang="en-US" sz="2800" b="1" dirty="0">
                <a:solidFill>
                  <a:srgbClr val="FF0000"/>
                </a:solidFill>
              </a:rPr>
              <a:t>lower third</a:t>
            </a:r>
            <a:r>
              <a:rPr lang="fa-IR" sz="2800" b="1" dirty="0">
                <a:solidFill>
                  <a:srgbClr val="FF0000"/>
                </a:solidFill>
              </a:rPr>
              <a:t> با لوگوی شخص محتوا ساز</a:t>
            </a:r>
            <a:br>
              <a:rPr lang="fa-IR" sz="2800" b="1" dirty="0">
                <a:solidFill>
                  <a:srgbClr val="FF0000"/>
                </a:solidFill>
              </a:rPr>
            </a:br>
            <a:endParaRPr lang="fa-IR" sz="2800" b="1" dirty="0">
              <a:solidFill>
                <a:srgbClr val="FF0000"/>
              </a:solidFill>
            </a:endParaRPr>
          </a:p>
          <a:p>
            <a:pPr marL="571500" indent="-5715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800" b="1" dirty="0">
                <a:solidFill>
                  <a:srgbClr val="FF0000"/>
                </a:solidFill>
              </a:rPr>
              <a:t>قرار دادن و </a:t>
            </a:r>
            <a:r>
              <a:rPr lang="fa-IR" sz="2800" b="1" u="sng" dirty="0">
                <a:solidFill>
                  <a:srgbClr val="FF0000"/>
                </a:solidFill>
              </a:rPr>
              <a:t>جابجایی</a:t>
            </a:r>
            <a:r>
              <a:rPr lang="fa-IR" sz="2800" b="1" dirty="0">
                <a:solidFill>
                  <a:srgbClr val="FF0000"/>
                </a:solidFill>
              </a:rPr>
              <a:t> نوشته،زیرنویس و اشکال هندسی (هم در عکس ها و هم در ویدیو ها)</a:t>
            </a:r>
          </a:p>
          <a:p>
            <a:pPr algn="r">
              <a:buClr>
                <a:schemeClr val="tx1"/>
              </a:buClr>
            </a:pPr>
            <a:r>
              <a:rPr lang="fa-IR" sz="2800" b="1" dirty="0">
                <a:solidFill>
                  <a:schemeClr val="tx1"/>
                </a:solidFill>
              </a:rPr>
              <a:t>میپردازیم.</a:t>
            </a:r>
          </a:p>
          <a:p>
            <a:pPr algn="r">
              <a:buClr>
                <a:schemeClr val="tx1"/>
              </a:buClr>
            </a:pPr>
            <a:endParaRPr lang="fa-IR" sz="2800" b="1" dirty="0">
              <a:solidFill>
                <a:srgbClr val="FF0000"/>
              </a:solidFill>
            </a:endParaRPr>
          </a:p>
          <a:p>
            <a:pPr marL="571500" indent="-5715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fa-I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328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7B221-F64F-4A74-9445-6F1DE967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55" y="1145309"/>
            <a:ext cx="9356028" cy="1346221"/>
          </a:xfrm>
        </p:spPr>
        <p:txBody>
          <a:bodyPr numCol="1" anchor="t"/>
          <a:lstStyle/>
          <a:p>
            <a:pPr marL="571500" indent="-571500" algn="r">
              <a:buFont typeface="Wingdings" panose="05000000000000000000" pitchFamily="2" charset="2"/>
              <a:buChar char="Ø"/>
            </a:pPr>
            <a:r>
              <a:rPr kumimoji="0" lang="fa-IR" sz="4400" b="1" i="0" u="none" strike="noStrike" kern="1200" cap="none" spc="0" normalizeH="0" baseline="0" noProof="0" dirty="0">
                <a:ln>
                  <a:noFill/>
                </a:ln>
                <a:solidFill>
                  <a:srgbClr val="1E5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Times New Roman" panose="02020603050405020304" pitchFamily="18" charset="0"/>
              </a:rPr>
              <a:t>برخی از ابزار های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E5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+mj-cs"/>
              </a:rPr>
              <a:t>Camtasia</a:t>
            </a:r>
            <a:r>
              <a:rPr kumimoji="0" lang="fa-IR" sz="4400" b="1" i="0" u="none" strike="noStrike" kern="1200" cap="none" spc="0" normalizeH="0" baseline="0" noProof="0" dirty="0">
                <a:ln>
                  <a:noFill/>
                </a:ln>
                <a:solidFill>
                  <a:srgbClr val="1E5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Times New Roman" panose="02020603050405020304" pitchFamily="18" charset="0"/>
              </a:rPr>
              <a:t>:</a:t>
            </a:r>
            <a:endParaRPr lang="fa-IR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FCB25A-16D4-4F03-9B17-0E454B5CE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491531"/>
            <a:ext cx="10360310" cy="4366470"/>
          </a:xfrm>
        </p:spPr>
        <p:txBody>
          <a:bodyPr anchor="t">
            <a:normAutofit/>
          </a:bodyPr>
          <a:lstStyle/>
          <a:p>
            <a:pPr marL="914389" lvl="1" indent="-4572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600" b="1" dirty="0">
                <a:solidFill>
                  <a:srgbClr val="FF0000"/>
                </a:solidFill>
              </a:rPr>
              <a:t>قابلیت </a:t>
            </a:r>
            <a:r>
              <a:rPr lang="en-US" sz="2600" b="1" dirty="0">
                <a:solidFill>
                  <a:srgbClr val="FF0000"/>
                </a:solidFill>
              </a:rPr>
              <a:t>REMOVE A COLOR</a:t>
            </a:r>
            <a:r>
              <a:rPr lang="fa-IR" sz="2600" b="1" dirty="0">
                <a:solidFill>
                  <a:srgbClr val="FF0000"/>
                </a:solidFill>
              </a:rPr>
              <a:t>(هم در عکس و هم در ویدیو ها)</a:t>
            </a:r>
          </a:p>
          <a:p>
            <a:pPr algn="r">
              <a:buClr>
                <a:schemeClr val="tx1"/>
              </a:buClr>
            </a:pPr>
            <a:br>
              <a:rPr lang="fa-IR" sz="2400" b="1" dirty="0">
                <a:solidFill>
                  <a:schemeClr val="tx1"/>
                </a:solidFill>
              </a:rPr>
            </a:br>
            <a:br>
              <a:rPr lang="fa-IR" sz="2400" b="1" dirty="0">
                <a:solidFill>
                  <a:schemeClr val="tx1"/>
                </a:solidFill>
              </a:rPr>
            </a:br>
            <a:br>
              <a:rPr lang="fa-IR" sz="2400" b="1" dirty="0">
                <a:solidFill>
                  <a:schemeClr val="tx1"/>
                </a:solidFill>
              </a:rPr>
            </a:br>
            <a:br>
              <a:rPr lang="fa-IR" sz="2400" b="1" dirty="0">
                <a:solidFill>
                  <a:schemeClr val="tx1"/>
                </a:solidFill>
              </a:rPr>
            </a:br>
            <a:br>
              <a:rPr lang="fa-IR" sz="2400" b="1" dirty="0">
                <a:solidFill>
                  <a:schemeClr val="tx1"/>
                </a:solidFill>
              </a:rPr>
            </a:br>
            <a:br>
              <a:rPr lang="fa-IR" sz="2400" b="1" dirty="0">
                <a:solidFill>
                  <a:schemeClr val="tx1"/>
                </a:solidFill>
              </a:rPr>
            </a:br>
            <a:endParaRPr lang="fa-IR" sz="2400" b="1" dirty="0">
              <a:solidFill>
                <a:schemeClr val="tx1"/>
              </a:solidFill>
            </a:endParaRPr>
          </a:p>
          <a:p>
            <a:pPr algn="r">
              <a:buClr>
                <a:schemeClr val="tx1"/>
              </a:buClr>
            </a:pPr>
            <a:r>
              <a:rPr lang="fa-IR" sz="2400" b="1" dirty="0">
                <a:solidFill>
                  <a:schemeClr val="tx1"/>
                </a:solidFill>
              </a:rPr>
              <a:t>با کمک این قابلیت در سربرگ </a:t>
            </a:r>
            <a:r>
              <a:rPr lang="en-US" sz="2400" b="1" dirty="0">
                <a:solidFill>
                  <a:schemeClr val="tx1"/>
                </a:solidFill>
              </a:rPr>
              <a:t>Visual Effects</a:t>
            </a:r>
            <a:r>
              <a:rPr lang="fa-IR" sz="2400" b="1" dirty="0">
                <a:solidFill>
                  <a:schemeClr val="tx1"/>
                </a:solidFill>
              </a:rPr>
              <a:t>شما میتوانید رنگ پرده های کروماکی را حذف  کنید و به تصویر/ویدیویی بدون پس زمینه دست یابید که میتوان آنرا روی یک پس زمینه دیگر قرار داد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7BE1A1-6A4C-44DD-954B-090CC4574292}"/>
              </a:ext>
            </a:extLst>
          </p:cNvPr>
          <p:cNvSpPr txBox="1"/>
          <p:nvPr/>
        </p:nvSpPr>
        <p:spPr>
          <a:xfrm>
            <a:off x="1775657" y="2952103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DAABF3-7EE9-4C5F-B1F2-5477D7D3BA19}"/>
              </a:ext>
            </a:extLst>
          </p:cNvPr>
          <p:cNvSpPr txBox="1"/>
          <p:nvPr/>
        </p:nvSpPr>
        <p:spPr>
          <a:xfrm>
            <a:off x="5638800" y="2995612"/>
            <a:ext cx="914400" cy="9144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741AE8-F574-4CE0-95D9-FADB3F38ADF0}"/>
              </a:ext>
            </a:extLst>
          </p:cNvPr>
          <p:cNvSpPr txBox="1"/>
          <p:nvPr/>
        </p:nvSpPr>
        <p:spPr>
          <a:xfrm>
            <a:off x="5672629" y="2947664"/>
            <a:ext cx="21907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2D2DC-5223-454D-976C-F4F644BFFBA2}"/>
              </a:ext>
            </a:extLst>
          </p:cNvPr>
          <p:cNvSpPr txBox="1"/>
          <p:nvPr/>
        </p:nvSpPr>
        <p:spPr>
          <a:xfrm>
            <a:off x="9487206" y="2896123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CC7B92-0B55-40ED-9691-A64894936AEA}"/>
              </a:ext>
            </a:extLst>
          </p:cNvPr>
          <p:cNvSpPr txBox="1"/>
          <p:nvPr/>
        </p:nvSpPr>
        <p:spPr>
          <a:xfrm>
            <a:off x="1775657" y="4950106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C683A6-4AA1-4ED5-B310-A569FC9CAB05}"/>
              </a:ext>
            </a:extLst>
          </p:cNvPr>
          <p:cNvSpPr txBox="1"/>
          <p:nvPr/>
        </p:nvSpPr>
        <p:spPr>
          <a:xfrm>
            <a:off x="5631677" y="4947203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5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838C4E-6424-4B4D-8AC1-846EFFF7E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051" y="3312800"/>
            <a:ext cx="3686733" cy="19500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55D3DD-98B5-4E0D-A590-009F74D447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205" y="3346723"/>
            <a:ext cx="3708315" cy="198957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9C84756-BB1A-44C8-974C-9A1EC35D03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7" y="3386294"/>
            <a:ext cx="4082677" cy="195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81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7B221-F64F-4A74-9445-6F1DE967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55" y="1145309"/>
            <a:ext cx="9356028" cy="1346221"/>
          </a:xfrm>
        </p:spPr>
        <p:txBody>
          <a:bodyPr numCol="1" anchor="t"/>
          <a:lstStyle/>
          <a:p>
            <a:pPr marL="571500" indent="-571500" algn="r">
              <a:buFont typeface="Wingdings" panose="05000000000000000000" pitchFamily="2" charset="2"/>
              <a:buChar char="Ø"/>
            </a:pPr>
            <a:r>
              <a:rPr kumimoji="0" lang="fa-IR" sz="4400" b="1" i="0" u="none" strike="noStrike" kern="1200" cap="none" spc="0" normalizeH="0" baseline="0" noProof="0" dirty="0">
                <a:ln>
                  <a:noFill/>
                </a:ln>
                <a:solidFill>
                  <a:srgbClr val="1E5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Times New Roman" panose="02020603050405020304" pitchFamily="18" charset="0"/>
              </a:rPr>
              <a:t>برخی از ابزار های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E5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+mj-cs"/>
              </a:rPr>
              <a:t>Camtasia</a:t>
            </a:r>
            <a:r>
              <a:rPr kumimoji="0" lang="fa-IR" sz="4400" b="1" i="0" u="none" strike="noStrike" kern="1200" cap="none" spc="0" normalizeH="0" baseline="0" noProof="0" dirty="0">
                <a:ln>
                  <a:noFill/>
                </a:ln>
                <a:solidFill>
                  <a:srgbClr val="1E51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Times New Roman" panose="02020603050405020304" pitchFamily="18" charset="0"/>
              </a:rPr>
              <a:t>:</a:t>
            </a:r>
            <a:endParaRPr lang="fa-IR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FCB25A-16D4-4F03-9B17-0E454B5CE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2409825"/>
            <a:ext cx="9913095" cy="4448176"/>
          </a:xfrm>
        </p:spPr>
        <p:txBody>
          <a:bodyPr anchor="t">
            <a:normAutofit/>
          </a:bodyPr>
          <a:lstStyle/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800" b="1" dirty="0">
                <a:solidFill>
                  <a:srgbClr val="FF0000"/>
                </a:solidFill>
              </a:rPr>
              <a:t>ساخت </a:t>
            </a:r>
            <a:r>
              <a:rPr lang="en-US" sz="2800" b="1" dirty="0">
                <a:solidFill>
                  <a:srgbClr val="FF0000"/>
                </a:solidFill>
              </a:rPr>
              <a:t>Intro</a:t>
            </a:r>
            <a:r>
              <a:rPr lang="fa-IR" sz="2800" b="1" dirty="0">
                <a:solidFill>
                  <a:srgbClr val="FF0000"/>
                </a:solidFill>
              </a:rPr>
              <a:t>  و </a:t>
            </a:r>
            <a:r>
              <a:rPr lang="en-US" sz="2800" b="1" dirty="0">
                <a:solidFill>
                  <a:srgbClr val="FF0000"/>
                </a:solidFill>
              </a:rPr>
              <a:t>lower third</a:t>
            </a:r>
            <a:r>
              <a:rPr lang="fa-IR" sz="2800" b="1" dirty="0">
                <a:solidFill>
                  <a:srgbClr val="FF0000"/>
                </a:solidFill>
              </a:rPr>
              <a:t> با لوگوی محتوا ساز</a:t>
            </a:r>
          </a:p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fa-IR" sz="2800" b="1" dirty="0">
              <a:solidFill>
                <a:srgbClr val="FF0000"/>
              </a:solidFill>
            </a:endParaRPr>
          </a:p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fa-IR" sz="2800" b="1" dirty="0">
              <a:solidFill>
                <a:srgbClr val="FF0000"/>
              </a:solidFill>
            </a:endParaRPr>
          </a:p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fa-IR" sz="2800" b="1" dirty="0">
              <a:solidFill>
                <a:srgbClr val="FF0000"/>
              </a:solidFill>
            </a:endParaRPr>
          </a:p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fa-IR" sz="2800" b="1" dirty="0">
              <a:solidFill>
                <a:srgbClr val="FF0000"/>
              </a:solidFill>
            </a:endParaRPr>
          </a:p>
          <a:p>
            <a:pPr algn="r">
              <a:buClr>
                <a:schemeClr val="tx1"/>
              </a:buClr>
            </a:pPr>
            <a:r>
              <a:rPr lang="fa-IR" sz="1800" b="1" dirty="0">
                <a:solidFill>
                  <a:schemeClr val="tx1"/>
                </a:solidFill>
              </a:rPr>
              <a:t>کافیست یکی از</a:t>
            </a:r>
            <a:r>
              <a:rPr lang="en-US" sz="1800" b="1" dirty="0">
                <a:solidFill>
                  <a:schemeClr val="tx1"/>
                </a:solidFill>
              </a:rPr>
              <a:t>Intro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fa-IR" sz="1800" b="1" dirty="0">
                <a:solidFill>
                  <a:schemeClr val="tx1"/>
                </a:solidFill>
              </a:rPr>
              <a:t>های پیش فرض که قا</a:t>
            </a:r>
            <a:r>
              <a:rPr lang="fa-IR" sz="2800" b="1" dirty="0">
                <a:solidFill>
                  <a:schemeClr val="tx1"/>
                </a:solidFill>
              </a:rPr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DD7C57-27D7-43CD-B92D-550944C76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948" y="3360350"/>
            <a:ext cx="3753571" cy="17355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0668ED-3ABF-4B71-951C-584A1FD9E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1" y="3360350"/>
            <a:ext cx="3753571" cy="17355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9E85BB-D5C6-493B-8F2B-DE95DF5C7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0"/>
            <a:ext cx="3753571" cy="152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70CC8C-FD5A-47DA-A499-FC0D641B3A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948" y="5334000"/>
            <a:ext cx="3756453" cy="1523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1DB03B-A745-4BE4-95D1-235C0C69C5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917" y="3360350"/>
            <a:ext cx="3753571" cy="176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1180</TotalTime>
  <Words>455</Words>
  <Application>Microsoft Office PowerPoint</Application>
  <PresentationFormat>Widescreen</PresentationFormat>
  <Paragraphs>36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Wingdings</vt:lpstr>
      <vt:lpstr>Wingdings 3</vt:lpstr>
      <vt:lpstr>Ion</vt:lpstr>
      <vt:lpstr>              بنام خدا   نام و نام خانوادگی: امیرمحمد خالقی فرید                         استاد: زینب خاتون شریعت ناصری                                                                                                          موضوع ارائه: نرم افزار Camtasia ( 2019 )</vt:lpstr>
      <vt:lpstr>مقدمه:</vt:lpstr>
      <vt:lpstr>دلایل برتری Camtasia نسبت به بسیاری از ادیتور های دیگر :</vt:lpstr>
      <vt:lpstr>محیط کاربری ساده</vt:lpstr>
      <vt:lpstr>PowerPoint Presentation</vt:lpstr>
      <vt:lpstr>برخی از ابزار های Camtasia:</vt:lpstr>
      <vt:lpstr>برخی از ابزار های Camtasia:</vt:lpstr>
      <vt:lpstr>برخی از ابزار های Camtasia: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به نام آفریننده</dc:title>
  <dc:creator>Nexusboy</dc:creator>
  <cp:lastModifiedBy>Nexusboy</cp:lastModifiedBy>
  <cp:revision>27</cp:revision>
  <dcterms:created xsi:type="dcterms:W3CDTF">2021-05-17T16:12:02Z</dcterms:created>
  <dcterms:modified xsi:type="dcterms:W3CDTF">2021-05-19T23:58:25Z</dcterms:modified>
</cp:coreProperties>
</file>